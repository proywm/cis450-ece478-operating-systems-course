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0" r:id="rId1"/>
  </p:sldMasterIdLst>
  <p:notesMasterIdLst>
    <p:notesMasterId r:id="rId36"/>
  </p:notesMasterIdLst>
  <p:handoutMasterIdLst>
    <p:handoutMasterId r:id="rId37"/>
  </p:handoutMasterIdLst>
  <p:sldIdLst>
    <p:sldId id="267" r:id="rId2"/>
    <p:sldId id="289" r:id="rId3"/>
    <p:sldId id="268" r:id="rId4"/>
    <p:sldId id="275" r:id="rId5"/>
    <p:sldId id="273" r:id="rId6"/>
    <p:sldId id="318" r:id="rId7"/>
    <p:sldId id="270" r:id="rId8"/>
    <p:sldId id="269" r:id="rId9"/>
    <p:sldId id="310" r:id="rId10"/>
    <p:sldId id="309" r:id="rId11"/>
    <p:sldId id="307" r:id="rId12"/>
    <p:sldId id="311" r:id="rId13"/>
    <p:sldId id="276" r:id="rId14"/>
    <p:sldId id="312" r:id="rId15"/>
    <p:sldId id="317" r:id="rId16"/>
    <p:sldId id="313" r:id="rId17"/>
    <p:sldId id="314" r:id="rId18"/>
    <p:sldId id="315" r:id="rId19"/>
    <p:sldId id="316" r:id="rId20"/>
    <p:sldId id="306" r:id="rId21"/>
    <p:sldId id="287" r:id="rId22"/>
    <p:sldId id="280" r:id="rId23"/>
    <p:sldId id="281" r:id="rId24"/>
    <p:sldId id="319" r:id="rId25"/>
    <p:sldId id="282" r:id="rId26"/>
    <p:sldId id="283" r:id="rId27"/>
    <p:sldId id="284" r:id="rId28"/>
    <p:sldId id="320" r:id="rId29"/>
    <p:sldId id="285" r:id="rId30"/>
    <p:sldId id="286" r:id="rId31"/>
    <p:sldId id="290" r:id="rId32"/>
    <p:sldId id="291" r:id="rId33"/>
    <p:sldId id="292" r:id="rId34"/>
    <p:sldId id="305" r:id="rId35"/>
  </p:sldIdLst>
  <p:sldSz cx="12192000" cy="6858000"/>
  <p:notesSz cx="7315200" cy="9601200"/>
  <p:defaultTextStyle>
    <a:defPPr>
      <a:defRPr lang="en-US"/>
    </a:defPPr>
    <a:lvl1pPr algn="l" rtl="0" fontAlgn="base">
      <a:spcBef>
        <a:spcPct val="0"/>
      </a:spcBef>
      <a:spcAft>
        <a:spcPct val="0"/>
      </a:spcAft>
      <a:defRPr kern="1200">
        <a:solidFill>
          <a:schemeClr val="tx1"/>
        </a:solidFill>
        <a:latin typeface="Comic Sans MS" pitchFamily="66" charset="0"/>
        <a:ea typeface="+mn-ea"/>
        <a:cs typeface="+mn-cs"/>
      </a:defRPr>
    </a:lvl1pPr>
    <a:lvl2pPr marL="457200" algn="l" rtl="0" fontAlgn="base">
      <a:spcBef>
        <a:spcPct val="0"/>
      </a:spcBef>
      <a:spcAft>
        <a:spcPct val="0"/>
      </a:spcAft>
      <a:defRPr kern="1200">
        <a:solidFill>
          <a:schemeClr val="tx1"/>
        </a:solidFill>
        <a:latin typeface="Comic Sans MS" pitchFamily="66" charset="0"/>
        <a:ea typeface="+mn-ea"/>
        <a:cs typeface="+mn-cs"/>
      </a:defRPr>
    </a:lvl2pPr>
    <a:lvl3pPr marL="914400" algn="l" rtl="0" fontAlgn="base">
      <a:spcBef>
        <a:spcPct val="0"/>
      </a:spcBef>
      <a:spcAft>
        <a:spcPct val="0"/>
      </a:spcAft>
      <a:defRPr kern="1200">
        <a:solidFill>
          <a:schemeClr val="tx1"/>
        </a:solidFill>
        <a:latin typeface="Comic Sans MS" pitchFamily="66" charset="0"/>
        <a:ea typeface="+mn-ea"/>
        <a:cs typeface="+mn-cs"/>
      </a:defRPr>
    </a:lvl3pPr>
    <a:lvl4pPr marL="1371600" algn="l" rtl="0" fontAlgn="base">
      <a:spcBef>
        <a:spcPct val="0"/>
      </a:spcBef>
      <a:spcAft>
        <a:spcPct val="0"/>
      </a:spcAft>
      <a:defRPr kern="1200">
        <a:solidFill>
          <a:schemeClr val="tx1"/>
        </a:solidFill>
        <a:latin typeface="Comic Sans MS" pitchFamily="66" charset="0"/>
        <a:ea typeface="+mn-ea"/>
        <a:cs typeface="+mn-cs"/>
      </a:defRPr>
    </a:lvl4pPr>
    <a:lvl5pPr marL="1828800" algn="l" rtl="0" fontAlgn="base">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CC00"/>
    <a:srgbClr val="000066"/>
    <a:srgbClr val="FFFF00"/>
    <a:srgbClr val="0000CC"/>
    <a:srgbClr val="FF9900"/>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56"/>
    <p:restoredTop sz="93605"/>
  </p:normalViewPr>
  <p:slideViewPr>
    <p:cSldViewPr>
      <p:cViewPr varScale="1">
        <p:scale>
          <a:sx n="77" d="100"/>
          <a:sy n="77" d="100"/>
        </p:scale>
        <p:origin x="1325" y="62"/>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_rels/viewProps.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slide" Target="slides/slide14.xml"/><Relationship Id="rId1" Type="http://schemas.openxmlformats.org/officeDocument/2006/relationships/slide" Target="slides/slide13.xml"/><Relationship Id="rId4" Type="http://schemas.openxmlformats.org/officeDocument/2006/relationships/slide" Target="slides/slide2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62" name="Rectangle 1026"/>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atin typeface="Times New Roman" pitchFamily="-108" charset="0"/>
              </a:defRPr>
            </a:lvl1pPr>
          </a:lstStyle>
          <a:p>
            <a:pPr>
              <a:defRPr/>
            </a:pPr>
            <a:endParaRPr lang="en-US"/>
          </a:p>
        </p:txBody>
      </p:sp>
      <p:sp>
        <p:nvSpPr>
          <p:cNvPr id="296963" name="Rectangle 1027"/>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08" charset="0"/>
              </a:defRPr>
            </a:lvl1pPr>
          </a:lstStyle>
          <a:p>
            <a:pPr>
              <a:defRPr/>
            </a:pPr>
            <a:endParaRPr lang="en-US"/>
          </a:p>
        </p:txBody>
      </p:sp>
      <p:sp>
        <p:nvSpPr>
          <p:cNvPr id="296964" name="Rectangle 1028"/>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atin typeface="Times New Roman" pitchFamily="-108" charset="0"/>
              </a:defRPr>
            </a:lvl1pPr>
          </a:lstStyle>
          <a:p>
            <a:pPr>
              <a:defRPr/>
            </a:pPr>
            <a:endParaRPr lang="en-US"/>
          </a:p>
        </p:txBody>
      </p:sp>
      <p:sp>
        <p:nvSpPr>
          <p:cNvPr id="296965" name="Rectangle 1029"/>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a:latin typeface="Times New Roman" pitchFamily="-108" charset="0"/>
              </a:defRPr>
            </a:lvl1pPr>
          </a:lstStyle>
          <a:p>
            <a:pPr>
              <a:defRPr/>
            </a:pPr>
            <a:fld id="{7187ACDB-C172-473F-8495-FC017D1FA236}" type="slidenum">
              <a:rPr lang="en-US"/>
              <a:pPr>
                <a:defRPr/>
              </a:pPr>
              <a:t>‹#›</a:t>
            </a:fld>
            <a:endParaRPr lang="en-US"/>
          </a:p>
        </p:txBody>
      </p:sp>
    </p:spTree>
    <p:extLst>
      <p:ext uri="{BB962C8B-B14F-4D97-AF65-F5344CB8AC3E}">
        <p14:creationId xmlns:p14="http://schemas.microsoft.com/office/powerpoint/2010/main" val="3398112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atin typeface="Times New Roman" pitchFamily="-108" charset="0"/>
              </a:defRPr>
            </a:lvl1pPr>
          </a:lstStyle>
          <a:p>
            <a:pPr>
              <a:defRPr/>
            </a:pPr>
            <a:endParaRPr lang="en-US"/>
          </a:p>
        </p:txBody>
      </p:sp>
      <p:sp>
        <p:nvSpPr>
          <p:cNvPr id="5123"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08" charset="0"/>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atin typeface="Times New Roman" pitchFamily="-108" charset="0"/>
              </a:defRPr>
            </a:lvl1pPr>
          </a:lstStyle>
          <a:p>
            <a:pPr>
              <a:defRPr/>
            </a:pPr>
            <a:endParaRPr lang="en-US"/>
          </a:p>
        </p:txBody>
      </p:sp>
      <p:sp>
        <p:nvSpPr>
          <p:cNvPr id="5127"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a:latin typeface="Times New Roman" pitchFamily="-108" charset="0"/>
              </a:defRPr>
            </a:lvl1pPr>
          </a:lstStyle>
          <a:p>
            <a:pPr>
              <a:defRPr/>
            </a:pPr>
            <a:fld id="{A9C3512D-C59F-4D5E-8A27-5D3F2422AB2F}" type="slidenum">
              <a:rPr lang="en-US"/>
              <a:pPr>
                <a:defRPr/>
              </a:pPr>
              <a:t>‹#›</a:t>
            </a:fld>
            <a:endParaRPr lang="en-US"/>
          </a:p>
        </p:txBody>
      </p:sp>
    </p:spTree>
    <p:extLst>
      <p:ext uri="{BB962C8B-B14F-4D97-AF65-F5344CB8AC3E}">
        <p14:creationId xmlns:p14="http://schemas.microsoft.com/office/powerpoint/2010/main" val="301406408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ＭＳ Ｐゴシック" pitchFamily="-112" charset="-128"/>
      </a:defRPr>
    </a:lvl1pPr>
    <a:lvl2pPr marL="4572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4F5880B1-BA37-4554-8C96-9D404D3E2572}" type="slidenum">
              <a:rPr lang="en-US" sz="1300">
                <a:latin typeface="Times New Roman" pitchFamily="18" charset="0"/>
                <a:ea typeface="ＭＳ Ｐゴシック" pitchFamily="34" charset="-128"/>
              </a:rPr>
              <a:pPr algn="r" defTabSz="966788" eaLnBrk="0" hangingPunct="0"/>
              <a:t>1</a:t>
            </a:fld>
            <a:endParaRPr lang="en-US" sz="1300">
              <a:latin typeface="Times New Roman" pitchFamily="18" charset="0"/>
              <a:ea typeface="ＭＳ Ｐゴシック" pitchFamily="34" charset="-128"/>
            </a:endParaRPr>
          </a:p>
        </p:txBody>
      </p:sp>
      <p:sp>
        <p:nvSpPr>
          <p:cNvPr id="17410" name="Rectangle 2"/>
          <p:cNvSpPr>
            <a:spLocks noGrp="1" noRot="1" noChangeAspect="1" noChangeArrowheads="1" noTextEdit="1"/>
          </p:cNvSpPr>
          <p:nvPr>
            <p:ph type="sldImg"/>
          </p:nvPr>
        </p:nvSpPr>
        <p:spPr>
          <a:xfrm>
            <a:off x="457200" y="720725"/>
            <a:ext cx="6400800" cy="3600450"/>
          </a:xfrm>
          <a:ln/>
        </p:spPr>
      </p:sp>
      <p:sp>
        <p:nvSpPr>
          <p:cNvPr id="17411"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760866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74BD5E94-C601-4862-8093-AD4A614FB5EC}" type="slidenum">
              <a:rPr lang="en-US" sz="1300">
                <a:latin typeface="Times New Roman" pitchFamily="18" charset="0"/>
              </a:rPr>
              <a:pPr algn="r" defTabSz="966788" eaLnBrk="0" hangingPunct="0"/>
              <a:t>4</a:t>
            </a:fld>
            <a:endParaRPr lang="en-US" sz="1300">
              <a:latin typeface="Times New Roman" pitchFamily="18" charset="0"/>
            </a:endParaRPr>
          </a:p>
        </p:txBody>
      </p:sp>
      <p:sp>
        <p:nvSpPr>
          <p:cNvPr id="26626"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26627" name="Rectangle 3"/>
          <p:cNvSpPr>
            <a:spLocks noGrp="1" noChangeArrowheads="1"/>
          </p:cNvSpPr>
          <p:nvPr>
            <p:ph type="body" idx="1"/>
          </p:nvPr>
        </p:nvSpPr>
        <p:spPr>
          <a:xfrm>
            <a:off x="976313" y="4562475"/>
            <a:ext cx="5362575" cy="4318000"/>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763429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C6BD5DB9-5D97-464B-ADAD-9CA8D5C8F176}" type="slidenum">
              <a:rPr lang="en-US" sz="1300">
                <a:latin typeface="Times New Roman" pitchFamily="18" charset="0"/>
              </a:rPr>
              <a:pPr algn="r" defTabSz="966788" eaLnBrk="0" hangingPunct="0"/>
              <a:t>5</a:t>
            </a:fld>
            <a:endParaRPr lang="en-US" sz="1300">
              <a:latin typeface="Times New Roman" pitchFamily="18" charset="0"/>
            </a:endParaRPr>
          </a:p>
        </p:txBody>
      </p:sp>
      <p:sp>
        <p:nvSpPr>
          <p:cNvPr id="22530"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22531" name="Rectangle 3"/>
          <p:cNvSpPr>
            <a:spLocks noGrp="1" noChangeArrowheads="1"/>
          </p:cNvSpPr>
          <p:nvPr>
            <p:ph type="body" idx="1"/>
          </p:nvPr>
        </p:nvSpPr>
        <p:spPr>
          <a:xfrm>
            <a:off x="976313" y="4562475"/>
            <a:ext cx="5362575" cy="4318000"/>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538550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6E8A1B03-8F32-420B-83EB-4D7159B5A845}" type="slidenum">
              <a:rPr lang="en-US" sz="1300">
                <a:latin typeface="Times New Roman" pitchFamily="18" charset="0"/>
              </a:rPr>
              <a:pPr algn="r" defTabSz="966788" eaLnBrk="0" hangingPunct="0"/>
              <a:t>7</a:t>
            </a:fld>
            <a:endParaRPr lang="en-US" sz="1300">
              <a:latin typeface="Times New Roman" pitchFamily="18" charset="0"/>
            </a:endParaRPr>
          </a:p>
        </p:txBody>
      </p:sp>
      <p:sp>
        <p:nvSpPr>
          <p:cNvPr id="28674" name="Rectangle 2"/>
          <p:cNvSpPr>
            <a:spLocks noGrp="1" noRot="1" noChangeAspect="1" noChangeArrowheads="1" noTextEdit="1"/>
          </p:cNvSpPr>
          <p:nvPr>
            <p:ph type="sldImg"/>
          </p:nvPr>
        </p:nvSpPr>
        <p:spPr>
          <a:xfrm>
            <a:off x="457200" y="720725"/>
            <a:ext cx="6400800" cy="3600450"/>
          </a:xfrm>
          <a:ln/>
        </p:spPr>
      </p:sp>
      <p:sp>
        <p:nvSpPr>
          <p:cNvPr id="28675"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112323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510FAC8E-B3FB-42A8-9888-3E7B9AAC133E}" type="slidenum">
              <a:rPr lang="en-US" sz="1300">
                <a:latin typeface="Times New Roman" pitchFamily="18" charset="0"/>
              </a:rPr>
              <a:pPr algn="r" defTabSz="966788" eaLnBrk="0" hangingPunct="0"/>
              <a:t>8</a:t>
            </a:fld>
            <a:endParaRPr lang="en-US" sz="1300">
              <a:latin typeface="Times New Roman" pitchFamily="18" charset="0"/>
            </a:endParaRPr>
          </a:p>
        </p:txBody>
      </p:sp>
      <p:sp>
        <p:nvSpPr>
          <p:cNvPr id="30722" name="Rectangle 2"/>
          <p:cNvSpPr>
            <a:spLocks noGrp="1" noRot="1" noChangeAspect="1" noChangeArrowheads="1" noTextEdit="1"/>
          </p:cNvSpPr>
          <p:nvPr>
            <p:ph type="sldImg"/>
          </p:nvPr>
        </p:nvSpPr>
        <p:spPr>
          <a:xfrm>
            <a:off x="457200" y="720725"/>
            <a:ext cx="6400800" cy="3600450"/>
          </a:xfrm>
          <a:ln/>
        </p:spPr>
      </p:sp>
      <p:sp>
        <p:nvSpPr>
          <p:cNvPr id="30723"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970572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F8497732-651A-4D74-A4BB-D5A104D50FDB}" type="slidenum">
              <a:rPr lang="en-US" sz="1300">
                <a:latin typeface="Times New Roman" pitchFamily="18" charset="0"/>
              </a:rPr>
              <a:pPr algn="r" defTabSz="966788" eaLnBrk="0" hangingPunct="0"/>
              <a:t>13</a:t>
            </a:fld>
            <a:endParaRPr lang="en-US" sz="1300">
              <a:latin typeface="Times New Roman" pitchFamily="18" charset="0"/>
            </a:endParaRPr>
          </a:p>
        </p:txBody>
      </p:sp>
      <p:sp>
        <p:nvSpPr>
          <p:cNvPr id="32770" name="Rectangle 1026"/>
          <p:cNvSpPr>
            <a:spLocks noGrp="1" noRot="1" noChangeAspect="1" noChangeArrowheads="1" noTextEdit="1"/>
          </p:cNvSpPr>
          <p:nvPr>
            <p:ph type="sldImg"/>
          </p:nvPr>
        </p:nvSpPr>
        <p:spPr>
          <a:xfrm>
            <a:off x="457200" y="720725"/>
            <a:ext cx="6400800" cy="3600450"/>
          </a:xfrm>
          <a:ln/>
        </p:spPr>
      </p:sp>
      <p:sp>
        <p:nvSpPr>
          <p:cNvPr id="32771" name="Rectangle 1027"/>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30241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F8497732-651A-4D74-A4BB-D5A104D50FDB}" type="slidenum">
              <a:rPr lang="en-US" sz="1300">
                <a:latin typeface="Times New Roman" pitchFamily="18" charset="0"/>
              </a:rPr>
              <a:pPr algn="r" defTabSz="966788" eaLnBrk="0" hangingPunct="0"/>
              <a:t>14</a:t>
            </a:fld>
            <a:endParaRPr lang="en-US" sz="1300">
              <a:latin typeface="Times New Roman" pitchFamily="18" charset="0"/>
            </a:endParaRPr>
          </a:p>
        </p:txBody>
      </p:sp>
      <p:sp>
        <p:nvSpPr>
          <p:cNvPr id="32770" name="Rectangle 1026"/>
          <p:cNvSpPr>
            <a:spLocks noGrp="1" noRot="1" noChangeAspect="1" noChangeArrowheads="1" noTextEdit="1"/>
          </p:cNvSpPr>
          <p:nvPr>
            <p:ph type="sldImg"/>
          </p:nvPr>
        </p:nvSpPr>
        <p:spPr>
          <a:xfrm>
            <a:off x="457200" y="720725"/>
            <a:ext cx="6400800" cy="3600450"/>
          </a:xfrm>
          <a:ln/>
        </p:spPr>
      </p:sp>
      <p:sp>
        <p:nvSpPr>
          <p:cNvPr id="32771" name="Rectangle 1027"/>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687440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395F9BAE-7472-4CD0-A33C-C432140ECEA9}" type="slidenum">
              <a:rPr lang="en-US" sz="1300">
                <a:latin typeface="Times New Roman" pitchFamily="18" charset="0"/>
              </a:rPr>
              <a:pPr algn="r" defTabSz="966788" eaLnBrk="0" hangingPunct="0"/>
              <a:t>15</a:t>
            </a:fld>
            <a:endParaRPr lang="en-US" sz="1300">
              <a:latin typeface="Times New Roman" pitchFamily="18" charset="0"/>
            </a:endParaRPr>
          </a:p>
        </p:txBody>
      </p:sp>
      <p:sp>
        <p:nvSpPr>
          <p:cNvPr id="63491" name="Rectangle 2"/>
          <p:cNvSpPr>
            <a:spLocks noGrp="1" noRot="1" noChangeAspect="1" noChangeArrowheads="1" noTextEdit="1"/>
          </p:cNvSpPr>
          <p:nvPr>
            <p:ph type="sldImg"/>
          </p:nvPr>
        </p:nvSpPr>
        <p:spPr>
          <a:xfrm>
            <a:off x="406400" y="711200"/>
            <a:ext cx="6442075" cy="3624263"/>
          </a:xfrm>
          <a:solidFill>
            <a:srgbClr val="FFFFFF"/>
          </a:solidFill>
          <a:ln/>
        </p:spPr>
      </p:sp>
      <p:sp>
        <p:nvSpPr>
          <p:cNvPr id="63492" name="Rectangle 3"/>
          <p:cNvSpPr>
            <a:spLocks noGrp="1" noChangeArrowheads="1"/>
          </p:cNvSpPr>
          <p:nvPr>
            <p:ph type="body" idx="1"/>
          </p:nvPr>
        </p:nvSpPr>
        <p:spPr>
          <a:xfrm>
            <a:off x="957263" y="4572000"/>
            <a:ext cx="5421312" cy="4333875"/>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356076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F7299DCD-FD0E-4E1B-AEA0-2F7D526EA4A1}" type="slidenum">
              <a:rPr lang="en-US" sz="1300">
                <a:latin typeface="Times New Roman" pitchFamily="18" charset="0"/>
              </a:rPr>
              <a:pPr algn="r" defTabSz="966788" eaLnBrk="0" hangingPunct="0"/>
              <a:t>16</a:t>
            </a:fld>
            <a:endParaRPr lang="en-US" sz="1300">
              <a:latin typeface="Times New Roman" pitchFamily="18" charset="0"/>
            </a:endParaRPr>
          </a:p>
        </p:txBody>
      </p:sp>
      <p:sp>
        <p:nvSpPr>
          <p:cNvPr id="61443" name="Rectangle 1026"/>
          <p:cNvSpPr>
            <a:spLocks noGrp="1" noRot="1" noChangeAspect="1" noChangeArrowheads="1" noTextEdit="1"/>
          </p:cNvSpPr>
          <p:nvPr>
            <p:ph type="sldImg"/>
          </p:nvPr>
        </p:nvSpPr>
        <p:spPr>
          <a:xfrm>
            <a:off x="457200" y="720725"/>
            <a:ext cx="6400800" cy="3600450"/>
          </a:xfrm>
          <a:ln/>
        </p:spPr>
      </p:sp>
      <p:sp>
        <p:nvSpPr>
          <p:cNvPr id="61444" name="Rectangle 1027"/>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682883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F8497732-651A-4D74-A4BB-D5A104D50FDB}" type="slidenum">
              <a:rPr lang="en-US" sz="1300">
                <a:latin typeface="Times New Roman" pitchFamily="18" charset="0"/>
              </a:rPr>
              <a:pPr algn="r" defTabSz="966788" eaLnBrk="0" hangingPunct="0"/>
              <a:t>17</a:t>
            </a:fld>
            <a:endParaRPr lang="en-US" sz="1300">
              <a:latin typeface="Times New Roman" pitchFamily="18" charset="0"/>
            </a:endParaRPr>
          </a:p>
        </p:txBody>
      </p:sp>
      <p:sp>
        <p:nvSpPr>
          <p:cNvPr id="32770" name="Rectangle 1026"/>
          <p:cNvSpPr>
            <a:spLocks noGrp="1" noRot="1" noChangeAspect="1" noChangeArrowheads="1" noTextEdit="1"/>
          </p:cNvSpPr>
          <p:nvPr>
            <p:ph type="sldImg"/>
          </p:nvPr>
        </p:nvSpPr>
        <p:spPr>
          <a:xfrm>
            <a:off x="457200" y="720725"/>
            <a:ext cx="6400800" cy="3600450"/>
          </a:xfrm>
          <a:ln/>
        </p:spPr>
      </p:sp>
      <p:sp>
        <p:nvSpPr>
          <p:cNvPr id="32771" name="Rectangle 1027"/>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856697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F7299DCD-FD0E-4E1B-AEA0-2F7D526EA4A1}" type="slidenum">
              <a:rPr lang="en-US" sz="1300">
                <a:latin typeface="Times New Roman" pitchFamily="18" charset="0"/>
              </a:rPr>
              <a:pPr algn="r" defTabSz="966788" eaLnBrk="0" hangingPunct="0"/>
              <a:t>18</a:t>
            </a:fld>
            <a:endParaRPr lang="en-US" sz="1300">
              <a:latin typeface="Times New Roman" pitchFamily="18" charset="0"/>
            </a:endParaRPr>
          </a:p>
        </p:txBody>
      </p:sp>
      <p:sp>
        <p:nvSpPr>
          <p:cNvPr id="61443" name="Rectangle 1026"/>
          <p:cNvSpPr>
            <a:spLocks noGrp="1" noRot="1" noChangeAspect="1" noChangeArrowheads="1" noTextEdit="1"/>
          </p:cNvSpPr>
          <p:nvPr>
            <p:ph type="sldImg"/>
          </p:nvPr>
        </p:nvSpPr>
        <p:spPr>
          <a:xfrm>
            <a:off x="457200" y="720725"/>
            <a:ext cx="6400800" cy="3600450"/>
          </a:xfrm>
          <a:ln/>
        </p:spPr>
      </p:sp>
      <p:sp>
        <p:nvSpPr>
          <p:cNvPr id="61444" name="Rectangle 1027"/>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437369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F8497732-651A-4D74-A4BB-D5A104D50FDB}" type="slidenum">
              <a:rPr lang="en-US" sz="1300">
                <a:latin typeface="Times New Roman" pitchFamily="18" charset="0"/>
              </a:rPr>
              <a:pPr algn="r" defTabSz="966788" eaLnBrk="0" hangingPunct="0"/>
              <a:t>20</a:t>
            </a:fld>
            <a:endParaRPr lang="en-US" sz="1300">
              <a:latin typeface="Times New Roman" pitchFamily="18" charset="0"/>
            </a:endParaRPr>
          </a:p>
        </p:txBody>
      </p:sp>
      <p:sp>
        <p:nvSpPr>
          <p:cNvPr id="32770" name="Rectangle 1026"/>
          <p:cNvSpPr>
            <a:spLocks noGrp="1" noRot="1" noChangeAspect="1" noChangeArrowheads="1" noTextEdit="1"/>
          </p:cNvSpPr>
          <p:nvPr>
            <p:ph type="sldImg"/>
          </p:nvPr>
        </p:nvSpPr>
        <p:spPr>
          <a:xfrm>
            <a:off x="457200" y="720725"/>
            <a:ext cx="6400800" cy="3600450"/>
          </a:xfrm>
          <a:ln/>
        </p:spPr>
      </p:sp>
      <p:sp>
        <p:nvSpPr>
          <p:cNvPr id="32771" name="Rectangle 1027"/>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31133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F7299DCD-FD0E-4E1B-AEA0-2F7D526EA4A1}" type="slidenum">
              <a:rPr lang="en-US" sz="1300">
                <a:latin typeface="Times New Roman" pitchFamily="18" charset="0"/>
              </a:rPr>
              <a:pPr algn="r" defTabSz="966788" eaLnBrk="0" hangingPunct="0"/>
              <a:t>21</a:t>
            </a:fld>
            <a:endParaRPr lang="en-US" sz="1300">
              <a:latin typeface="Times New Roman" pitchFamily="18" charset="0"/>
            </a:endParaRPr>
          </a:p>
        </p:txBody>
      </p:sp>
      <p:sp>
        <p:nvSpPr>
          <p:cNvPr id="61443" name="Rectangle 1026"/>
          <p:cNvSpPr>
            <a:spLocks noGrp="1" noRot="1" noChangeAspect="1" noChangeArrowheads="1" noTextEdit="1"/>
          </p:cNvSpPr>
          <p:nvPr>
            <p:ph type="sldImg"/>
          </p:nvPr>
        </p:nvSpPr>
        <p:spPr>
          <a:xfrm>
            <a:off x="457200" y="720725"/>
            <a:ext cx="6400800" cy="3600450"/>
          </a:xfrm>
          <a:ln/>
        </p:spPr>
      </p:sp>
      <p:sp>
        <p:nvSpPr>
          <p:cNvPr id="61444" name="Rectangle 1027"/>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420225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E175FAC7-84E2-44A3-B853-125E1872C3A1}" type="slidenum">
              <a:rPr lang="en-US" sz="1300">
                <a:latin typeface="Times New Roman" pitchFamily="18" charset="0"/>
              </a:rPr>
              <a:pPr algn="r" defTabSz="966788" eaLnBrk="0" hangingPunct="0"/>
              <a:t>22</a:t>
            </a:fld>
            <a:endParaRPr lang="en-US" sz="1300">
              <a:latin typeface="Times New Roman" pitchFamily="18" charset="0"/>
            </a:endParaRPr>
          </a:p>
        </p:txBody>
      </p:sp>
      <p:sp>
        <p:nvSpPr>
          <p:cNvPr id="40962" name="Rectangle 1026"/>
          <p:cNvSpPr>
            <a:spLocks noGrp="1" noRot="1" noChangeAspect="1" noChangeArrowheads="1" noTextEdit="1"/>
          </p:cNvSpPr>
          <p:nvPr>
            <p:ph type="sldImg"/>
          </p:nvPr>
        </p:nvSpPr>
        <p:spPr>
          <a:xfrm>
            <a:off x="457200" y="720725"/>
            <a:ext cx="6400800" cy="3600450"/>
          </a:xfrm>
          <a:ln/>
        </p:spPr>
      </p:sp>
      <p:sp>
        <p:nvSpPr>
          <p:cNvPr id="40963" name="Rectangle 1027"/>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441729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99A29E4D-BBD2-4F96-B72F-402E8CF9F0A3}" type="slidenum">
              <a:rPr lang="en-US" sz="1300">
                <a:latin typeface="Times New Roman" pitchFamily="18" charset="0"/>
              </a:rPr>
              <a:pPr algn="r" defTabSz="966788" eaLnBrk="0" hangingPunct="0"/>
              <a:t>23</a:t>
            </a:fld>
            <a:endParaRPr lang="en-US" sz="1300">
              <a:latin typeface="Times New Roman" pitchFamily="18" charset="0"/>
            </a:endParaRPr>
          </a:p>
        </p:txBody>
      </p:sp>
      <p:sp>
        <p:nvSpPr>
          <p:cNvPr id="43010" name="Rectangle 1026"/>
          <p:cNvSpPr>
            <a:spLocks noGrp="1" noRot="1" noChangeAspect="1" noChangeArrowheads="1" noTextEdit="1"/>
          </p:cNvSpPr>
          <p:nvPr>
            <p:ph type="sldImg"/>
          </p:nvPr>
        </p:nvSpPr>
        <p:spPr>
          <a:xfrm>
            <a:off x="457200" y="720725"/>
            <a:ext cx="6400800" cy="3600450"/>
          </a:xfrm>
          <a:ln/>
        </p:spPr>
      </p:sp>
      <p:sp>
        <p:nvSpPr>
          <p:cNvPr id="43011" name="Rectangle 1027"/>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2944866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0C1FC0E7-AC6A-4667-9B1A-B2A25626572F}" type="slidenum">
              <a:rPr lang="en-US" sz="1300">
                <a:latin typeface="Times New Roman" pitchFamily="18" charset="0"/>
              </a:rPr>
              <a:pPr algn="r" defTabSz="966788" eaLnBrk="0" hangingPunct="0"/>
              <a:t>24</a:t>
            </a:fld>
            <a:endParaRPr lang="en-US" sz="1300">
              <a:latin typeface="Times New Roman" pitchFamily="18" charset="0"/>
            </a:endParaRPr>
          </a:p>
        </p:txBody>
      </p:sp>
      <p:sp>
        <p:nvSpPr>
          <p:cNvPr id="47106" name="Rectangle 2"/>
          <p:cNvSpPr>
            <a:spLocks noGrp="1" noRot="1" noChangeAspect="1" noChangeArrowheads="1" noTextEdit="1"/>
          </p:cNvSpPr>
          <p:nvPr>
            <p:ph type="sldImg"/>
          </p:nvPr>
        </p:nvSpPr>
        <p:spPr>
          <a:xfrm>
            <a:off x="457200" y="720725"/>
            <a:ext cx="6400800" cy="3600450"/>
          </a:xfrm>
          <a:ln/>
        </p:spPr>
      </p:sp>
      <p:sp>
        <p:nvSpPr>
          <p:cNvPr id="47107"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6353584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92FC10E9-A442-46CC-9AD9-DA28AF4E5B8B}" type="slidenum">
              <a:rPr lang="en-US" sz="1300">
                <a:latin typeface="Times New Roman" pitchFamily="18" charset="0"/>
              </a:rPr>
              <a:pPr algn="r" defTabSz="966788" eaLnBrk="0" hangingPunct="0"/>
              <a:t>25</a:t>
            </a:fld>
            <a:endParaRPr lang="en-US" sz="1300">
              <a:latin typeface="Times New Roman" pitchFamily="18" charset="0"/>
            </a:endParaRPr>
          </a:p>
        </p:txBody>
      </p:sp>
      <p:sp>
        <p:nvSpPr>
          <p:cNvPr id="45058" name="Rectangle 2"/>
          <p:cNvSpPr>
            <a:spLocks noGrp="1" noRot="1" noChangeAspect="1" noChangeArrowheads="1" noTextEdit="1"/>
          </p:cNvSpPr>
          <p:nvPr>
            <p:ph type="sldImg"/>
          </p:nvPr>
        </p:nvSpPr>
        <p:spPr>
          <a:xfrm>
            <a:off x="457200" y="720725"/>
            <a:ext cx="6400800" cy="3600450"/>
          </a:xfrm>
          <a:ln/>
        </p:spPr>
      </p:sp>
      <p:sp>
        <p:nvSpPr>
          <p:cNvPr id="45059"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974477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0C1FC0E7-AC6A-4667-9B1A-B2A25626572F}" type="slidenum">
              <a:rPr lang="en-US" sz="1300">
                <a:latin typeface="Times New Roman" pitchFamily="18" charset="0"/>
              </a:rPr>
              <a:pPr algn="r" defTabSz="966788" eaLnBrk="0" hangingPunct="0"/>
              <a:t>26</a:t>
            </a:fld>
            <a:endParaRPr lang="en-US" sz="1300">
              <a:latin typeface="Times New Roman" pitchFamily="18" charset="0"/>
            </a:endParaRPr>
          </a:p>
        </p:txBody>
      </p:sp>
      <p:sp>
        <p:nvSpPr>
          <p:cNvPr id="47106" name="Rectangle 2"/>
          <p:cNvSpPr>
            <a:spLocks noGrp="1" noRot="1" noChangeAspect="1" noChangeArrowheads="1" noTextEdit="1"/>
          </p:cNvSpPr>
          <p:nvPr>
            <p:ph type="sldImg"/>
          </p:nvPr>
        </p:nvSpPr>
        <p:spPr>
          <a:xfrm>
            <a:off x="457200" y="720725"/>
            <a:ext cx="6400800" cy="3600450"/>
          </a:xfrm>
          <a:ln/>
        </p:spPr>
      </p:sp>
      <p:sp>
        <p:nvSpPr>
          <p:cNvPr id="47107"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1952533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C69EC8E1-3458-4A3B-9174-2841823FC434}" type="slidenum">
              <a:rPr lang="en-US" sz="1300">
                <a:latin typeface="Times New Roman" pitchFamily="18" charset="0"/>
              </a:rPr>
              <a:pPr algn="r" defTabSz="966788" eaLnBrk="0" hangingPunct="0"/>
              <a:t>27</a:t>
            </a:fld>
            <a:endParaRPr lang="en-US" sz="1300">
              <a:latin typeface="Times New Roman" pitchFamily="18" charset="0"/>
            </a:endParaRPr>
          </a:p>
        </p:txBody>
      </p:sp>
      <p:sp>
        <p:nvSpPr>
          <p:cNvPr id="49154" name="Rectangle 2"/>
          <p:cNvSpPr>
            <a:spLocks noGrp="1" noRot="1" noChangeAspect="1" noChangeArrowheads="1" noTextEdit="1"/>
          </p:cNvSpPr>
          <p:nvPr>
            <p:ph type="sldImg"/>
          </p:nvPr>
        </p:nvSpPr>
        <p:spPr>
          <a:xfrm>
            <a:off x="457200" y="720725"/>
            <a:ext cx="6400800" cy="3600450"/>
          </a:xfrm>
          <a:ln/>
        </p:spPr>
      </p:sp>
      <p:sp>
        <p:nvSpPr>
          <p:cNvPr id="49155"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061153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37ACC52A-B6B1-4335-98FC-4658C3FC35FD}" type="slidenum">
              <a:rPr lang="en-US" sz="1300">
                <a:latin typeface="Times New Roman" pitchFamily="18" charset="0"/>
              </a:rPr>
              <a:pPr algn="r" defTabSz="966788" eaLnBrk="0" hangingPunct="0"/>
              <a:t>29</a:t>
            </a:fld>
            <a:endParaRPr lang="en-US" sz="1300">
              <a:latin typeface="Times New Roman" pitchFamily="18" charset="0"/>
            </a:endParaRPr>
          </a:p>
        </p:txBody>
      </p:sp>
      <p:sp>
        <p:nvSpPr>
          <p:cNvPr id="51202" name="Rectangle 2"/>
          <p:cNvSpPr>
            <a:spLocks noGrp="1" noRot="1" noChangeAspect="1" noChangeArrowheads="1" noTextEdit="1"/>
          </p:cNvSpPr>
          <p:nvPr>
            <p:ph type="sldImg"/>
          </p:nvPr>
        </p:nvSpPr>
        <p:spPr>
          <a:xfrm>
            <a:off x="457200" y="720725"/>
            <a:ext cx="6400800" cy="3600450"/>
          </a:xfrm>
          <a:ln/>
        </p:spPr>
      </p:sp>
      <p:sp>
        <p:nvSpPr>
          <p:cNvPr id="51203"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21088547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CD8FE80B-ED50-4D68-A2CF-28972A12701F}" type="slidenum">
              <a:rPr lang="en-US" sz="1300">
                <a:latin typeface="Times New Roman" pitchFamily="18" charset="0"/>
              </a:rPr>
              <a:pPr algn="r" defTabSz="966788" eaLnBrk="0" hangingPunct="0"/>
              <a:t>32</a:t>
            </a:fld>
            <a:endParaRPr lang="en-US" sz="1300">
              <a:latin typeface="Times New Roman" pitchFamily="18" charset="0"/>
            </a:endParaRPr>
          </a:p>
        </p:txBody>
      </p:sp>
      <p:sp>
        <p:nvSpPr>
          <p:cNvPr id="19458" name="Rectangle 2"/>
          <p:cNvSpPr>
            <a:spLocks noGrp="1" noRot="1" noChangeAspect="1" noChangeArrowheads="1" noTextEdit="1"/>
          </p:cNvSpPr>
          <p:nvPr>
            <p:ph type="sldImg"/>
          </p:nvPr>
        </p:nvSpPr>
        <p:spPr>
          <a:xfrm>
            <a:off x="457200" y="720725"/>
            <a:ext cx="6400800" cy="3600450"/>
          </a:xfrm>
          <a:ln/>
        </p:spPr>
      </p:sp>
      <p:sp>
        <p:nvSpPr>
          <p:cNvPr id="19459"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452311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B803ECFC-9C8C-4B70-8C04-95A3AB4123B2}" type="slidenum">
              <a:rPr lang="en-US" sz="1300">
                <a:latin typeface="Times New Roman" pitchFamily="18" charset="0"/>
              </a:rPr>
              <a:pPr algn="r" defTabSz="966788" eaLnBrk="0" hangingPunct="0"/>
              <a:t>33</a:t>
            </a:fld>
            <a:endParaRPr lang="en-US" sz="1300">
              <a:latin typeface="Times New Roman" pitchFamily="18" charset="0"/>
            </a:endParaRPr>
          </a:p>
        </p:txBody>
      </p:sp>
      <p:sp>
        <p:nvSpPr>
          <p:cNvPr id="21506"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21507" name="Rectangle 3"/>
          <p:cNvSpPr>
            <a:spLocks noGrp="1" noChangeArrowheads="1"/>
          </p:cNvSpPr>
          <p:nvPr>
            <p:ph type="body" idx="1"/>
          </p:nvPr>
        </p:nvSpPr>
        <p:spPr>
          <a:xfrm>
            <a:off x="976313" y="4562475"/>
            <a:ext cx="5362575" cy="4318000"/>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7057613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D0490855-DB38-4FAD-BF47-D687EFC6DCF8}" type="slidenum">
              <a:rPr lang="en-US" sz="1300">
                <a:latin typeface="Times New Roman" pitchFamily="18" charset="0"/>
              </a:rPr>
              <a:pPr algn="r" defTabSz="966788" eaLnBrk="0" hangingPunct="0"/>
              <a:t>34</a:t>
            </a:fld>
            <a:endParaRPr lang="en-US" sz="1300">
              <a:latin typeface="Times New Roman" pitchFamily="18" charset="0"/>
            </a:endParaRPr>
          </a:p>
        </p:txBody>
      </p:sp>
      <p:sp>
        <p:nvSpPr>
          <p:cNvPr id="25602"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25603" name="Rectangle 3"/>
          <p:cNvSpPr>
            <a:spLocks noGrp="1" noChangeArrowheads="1"/>
          </p:cNvSpPr>
          <p:nvPr>
            <p:ph type="body" idx="1"/>
          </p:nvPr>
        </p:nvSpPr>
        <p:spPr>
          <a:xfrm>
            <a:off x="976313" y="4562475"/>
            <a:ext cx="5362575" cy="4318000"/>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179566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2800" y="1122363"/>
            <a:ext cx="10668000" cy="2387600"/>
          </a:xfrm>
        </p:spPr>
        <p:txBody>
          <a:bodyPr anchor="b">
            <a:normAutofit/>
          </a:bodyPr>
          <a:lstStyle>
            <a:lvl1pPr algn="ctr">
              <a:defRPr sz="4800" b="1" i="0">
                <a:latin typeface="Candara" panose="020E0502030303020204" pitchFamily="34" charset="0"/>
                <a:cs typeface="Calibri" panose="020F050202020403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812800" y="3602038"/>
            <a:ext cx="10668000" cy="2341562"/>
          </a:xfrm>
        </p:spPr>
        <p:txBody>
          <a:bodyPr/>
          <a:lstStyle>
            <a:lvl1pPr marL="0" indent="0" algn="ctr">
              <a:buNone/>
              <a:defRPr sz="2400" b="0" i="0">
                <a:latin typeface="Candara" panose="020E0502030303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688262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10972800" cy="987552"/>
          </a:xfrm>
        </p:spPr>
        <p:txBody>
          <a:bodyPr/>
          <a:lstStyle>
            <a:lvl1pPr>
              <a:defRPr b="1" i="0">
                <a:latin typeface="Candara" panose="020E0502030303020204" pitchFamily="34" charset="0"/>
                <a:cs typeface="Calibri" panose="020F0502020204030204" pitchFamily="34" charset="0"/>
              </a:defRPr>
            </a:lvl1pPr>
          </a:lstStyle>
          <a:p>
            <a:r>
              <a:rPr kumimoji="0" lang="en-US"/>
              <a:t>Click to edit Master title style</a:t>
            </a:r>
            <a:endParaRPr kumimoji="0" lang="en-US" dirty="0"/>
          </a:p>
        </p:txBody>
      </p:sp>
      <p:sp>
        <p:nvSpPr>
          <p:cNvPr id="3" name="Content Placeholder 2"/>
          <p:cNvSpPr>
            <a:spLocks noGrp="1"/>
          </p:cNvSpPr>
          <p:nvPr>
            <p:ph idx="1" hasCustomPrompt="1"/>
          </p:nvPr>
        </p:nvSpPr>
        <p:spPr/>
        <p:txBody>
          <a:bodyPr vert="horz" lIns="54864" tIns="91440" rtlCol="0">
            <a:normAutofit/>
          </a:bodyPr>
          <a:lstStyle>
            <a:lvl1pPr>
              <a:defRPr lang="en-US" dirty="0" smtClean="0"/>
            </a:lvl1pPr>
            <a:lvl2pPr>
              <a:defRPr lang="en-US" dirty="0" smtClean="0"/>
            </a:lvl2pPr>
            <a:lvl3pPr>
              <a:defRPr lang="en-US" dirty="0" smtClean="0"/>
            </a:lvl3pPr>
            <a:lvl4pPr>
              <a:defRPr lang="en-US" dirty="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12"/>
          </p:nvPr>
        </p:nvSpPr>
        <p:spPr/>
        <p:txBody>
          <a:bodyPr/>
          <a:lstStyle/>
          <a:p>
            <a:pPr>
              <a:defRPr/>
            </a:pPr>
            <a:fld id="{3180BF52-1577-4121-93F0-891A1B819983}" type="slidenum">
              <a:rPr lang="en-US" smtClean="0"/>
              <a:pPr>
                <a:defRPr/>
              </a:pPr>
              <a:t>‹#›</a:t>
            </a:fld>
            <a:endParaRPr lang="en-US" dirty="0"/>
          </a:p>
        </p:txBody>
      </p:sp>
    </p:spTree>
    <p:extLst>
      <p:ext uri="{BB962C8B-B14F-4D97-AF65-F5344CB8AC3E}">
        <p14:creationId xmlns:p14="http://schemas.microsoft.com/office/powerpoint/2010/main" val="1897706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Candara" panose="020E0502030303020204" pitchFamily="34" charset="0"/>
                <a:cs typeface="Calibri" panose="020F0502020204030204" pitchFamily="34" charset="0"/>
              </a:defRPr>
            </a:lvl1pPr>
          </a:lstStyle>
          <a:p>
            <a:r>
              <a:rPr kumimoji="0" lang="en-US"/>
              <a:t>Click to edit Master title style</a:t>
            </a:r>
            <a:endParaRPr kumimoji="0" lang="en-US" dirty="0"/>
          </a:p>
        </p:txBody>
      </p:sp>
      <p:sp>
        <p:nvSpPr>
          <p:cNvPr id="3" name="Content Placeholder 2"/>
          <p:cNvSpPr>
            <a:spLocks noGrp="1"/>
          </p:cNvSpPr>
          <p:nvPr>
            <p:ph sz="half" idx="1" hasCustomPrompt="1"/>
          </p:nvPr>
        </p:nvSpPr>
        <p:spPr>
          <a:xfrm>
            <a:off x="609600" y="1295400"/>
            <a:ext cx="5384800" cy="5504688"/>
          </a:xfrm>
        </p:spPr>
        <p:txBody>
          <a:bodyPr lIns="91440"/>
          <a:lstStyle>
            <a:lvl1pPr marL="233363" indent="-222250" eaLnBrk="1" latinLnBrk="0" hangingPunct="1">
              <a:tabLst/>
              <a:defRPr sz="2800"/>
            </a:lvl1pPr>
            <a:lvl2pPr marL="458788" indent="-225425" eaLnBrk="1" latinLnBrk="0" hangingPunct="1">
              <a:tabLst/>
              <a:defRPr sz="2400"/>
            </a:lvl2pPr>
            <a:lvl3pPr marL="628650" indent="-169863" eaLnBrk="1" latinLnBrk="0" hangingPunct="1">
              <a:tabLst/>
              <a:defRPr sz="2000"/>
            </a:lvl3pPr>
            <a:lvl4pPr marL="1087438" indent="-292100" eaLnBrk="1" latinLnBrk="0" hangingPunct="1">
              <a:tabLst/>
              <a:defRPr sz="1800"/>
            </a:lvl4pPr>
            <a:lvl5pPr marL="1492250" indent="-203200" eaLnBrk="1" latinLnBrk="0" hangingPunct="1">
              <a:tabLst/>
              <a:defRPr sz="1800"/>
            </a:lvl5pPr>
            <a:lvl6pPr>
              <a:defRPr sz="1800"/>
            </a:lvl6pPr>
            <a:lvl7pPr>
              <a:defRPr sz="1800"/>
            </a:lvl7pPr>
            <a:lvl8pPr>
              <a:defRPr sz="1800"/>
            </a:lvl8pPr>
            <a:lvl9pPr>
              <a:defRPr sz="18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p:txBody>
      </p:sp>
      <p:sp>
        <p:nvSpPr>
          <p:cNvPr id="4" name="Content Placeholder 3"/>
          <p:cNvSpPr>
            <a:spLocks noGrp="1"/>
          </p:cNvSpPr>
          <p:nvPr>
            <p:ph sz="half" idx="2" hasCustomPrompt="1"/>
          </p:nvPr>
        </p:nvSpPr>
        <p:spPr>
          <a:xfrm>
            <a:off x="6197600" y="1295400"/>
            <a:ext cx="5384800" cy="5504688"/>
          </a:xfrm>
        </p:spPr>
        <p:txBody>
          <a:bodyPr vert="horz" lIns="91440" tIns="91440" rtlCol="0">
            <a:normAutofit/>
          </a:bodyPr>
          <a:lstStyle>
            <a:lvl1pPr>
              <a:defRPr lang="en-US" sz="2800" dirty="0"/>
            </a:lvl1pPr>
            <a:lvl2pPr>
              <a:defRPr lang="en-US" sz="2400" dirty="0"/>
            </a:lvl2pPr>
            <a:lvl3pPr>
              <a:defRPr lang="en-US" sz="2000" dirty="0"/>
            </a:lvl3pPr>
          </a:lstStyle>
          <a:p>
            <a:pPr marL="233363" lvl="0" indent="-222250"/>
            <a:r>
              <a:rPr lang="en-US" dirty="0"/>
              <a:t>Click to edit Master text styles</a:t>
            </a:r>
          </a:p>
          <a:p>
            <a:pPr marL="458788" lvl="1" indent="-225425"/>
            <a:r>
              <a:rPr lang="en-US" dirty="0"/>
              <a:t>Second level</a:t>
            </a:r>
          </a:p>
          <a:p>
            <a:pPr marL="628650" lvl="2" indent="-169863"/>
            <a:r>
              <a:rPr lang="en-US" dirty="0"/>
              <a:t>Third level</a:t>
            </a:r>
          </a:p>
        </p:txBody>
      </p:sp>
      <p:sp>
        <p:nvSpPr>
          <p:cNvPr id="7" name="Slide Number Placeholder 6"/>
          <p:cNvSpPr>
            <a:spLocks noGrp="1"/>
          </p:cNvSpPr>
          <p:nvPr>
            <p:ph type="sldNum" sz="quarter" idx="12"/>
          </p:nvPr>
        </p:nvSpPr>
        <p:spPr/>
        <p:txBody>
          <a:bodyPr/>
          <a:lstStyle/>
          <a:p>
            <a:pPr>
              <a:defRPr/>
            </a:pPr>
            <a:fld id="{CB25FCC0-7A1A-455C-A362-D69077656366}" type="slidenum">
              <a:rPr lang="en-US" smtClean="0"/>
              <a:pPr>
                <a:defRPr/>
              </a:pPr>
              <a:t>‹#›</a:t>
            </a:fld>
            <a:endParaRPr lang="en-US" dirty="0"/>
          </a:p>
        </p:txBody>
      </p:sp>
    </p:spTree>
    <p:extLst>
      <p:ext uri="{BB962C8B-B14F-4D97-AF65-F5344CB8AC3E}">
        <p14:creationId xmlns:p14="http://schemas.microsoft.com/office/powerpoint/2010/main" val="291940296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Candara" panose="020E0502030303020204" pitchFamily="34" charset="0"/>
                <a:cs typeface="Calibri" panose="020F0502020204030204" pitchFamily="34" charset="0"/>
              </a:defRPr>
            </a:lvl1pPr>
            <a:extLst/>
          </a:lstStyle>
          <a:p>
            <a:r>
              <a:rPr kumimoji="0" lang="en-US"/>
              <a:t>Click to edit Master title style</a:t>
            </a:r>
            <a:endParaRPr kumimoji="0" lang="en-US" dirty="0"/>
          </a:p>
        </p:txBody>
      </p:sp>
      <p:sp>
        <p:nvSpPr>
          <p:cNvPr id="3" name="Text Placeholder 2"/>
          <p:cNvSpPr>
            <a:spLocks noGrp="1"/>
          </p:cNvSpPr>
          <p:nvPr>
            <p:ph type="body" idx="1"/>
          </p:nvPr>
        </p:nvSpPr>
        <p:spPr>
          <a:xfrm>
            <a:off x="609600" y="1295401"/>
            <a:ext cx="5386917"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hasCustomPrompt="1"/>
          </p:nvPr>
        </p:nvSpPr>
        <p:spPr>
          <a:xfrm>
            <a:off x="609600" y="2023338"/>
            <a:ext cx="5386917" cy="4377462"/>
          </a:xfrm>
        </p:spPr>
        <p:txBody>
          <a:bodyPr vert="horz" lIns="91440" tIns="91440" rtlCol="0">
            <a:normAutofit/>
          </a:bodyPr>
          <a:lstStyle>
            <a:lvl1pPr>
              <a:defRPr lang="en-US" sz="2800" dirty="0"/>
            </a:lvl1pPr>
            <a:lvl2pPr>
              <a:defRPr lang="en-US" sz="2400" dirty="0"/>
            </a:lvl2pPr>
            <a:lvl3pPr>
              <a:defRPr lang="en-US" sz="2000" dirty="0"/>
            </a:lvl3pPr>
          </a:lstStyle>
          <a:p>
            <a:pPr marL="233363" lvl="0" indent="-222250"/>
            <a:r>
              <a:rPr lang="en-US" dirty="0"/>
              <a:t>Click to edit Master text styles</a:t>
            </a:r>
          </a:p>
          <a:p>
            <a:pPr marL="458788" lvl="1" indent="-225425"/>
            <a:r>
              <a:rPr lang="en-US" dirty="0"/>
              <a:t>Second level</a:t>
            </a:r>
          </a:p>
          <a:p>
            <a:pPr marL="628650" lvl="2" indent="-169863"/>
            <a:r>
              <a:rPr lang="en-US" dirty="0"/>
              <a:t>Third level</a:t>
            </a:r>
            <a:endParaRPr kumimoji="0" lang="en-US" dirty="0"/>
          </a:p>
        </p:txBody>
      </p:sp>
      <p:sp>
        <p:nvSpPr>
          <p:cNvPr id="5" name="Text Placeholder 4"/>
          <p:cNvSpPr>
            <a:spLocks noGrp="1"/>
          </p:cNvSpPr>
          <p:nvPr>
            <p:ph type="body" sz="quarter" idx="3"/>
          </p:nvPr>
        </p:nvSpPr>
        <p:spPr>
          <a:xfrm>
            <a:off x="6193368" y="1295401"/>
            <a:ext cx="5389033"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hasCustomPrompt="1"/>
          </p:nvPr>
        </p:nvSpPr>
        <p:spPr>
          <a:xfrm>
            <a:off x="6193368" y="2023338"/>
            <a:ext cx="5389033" cy="4377462"/>
          </a:xfrm>
        </p:spPr>
        <p:txBody>
          <a:bodyPr vert="horz" lIns="91440" tIns="91440" rtlCol="0">
            <a:normAutofit/>
          </a:bodyPr>
          <a:lstStyle>
            <a:lvl1pPr>
              <a:defRPr lang="en-US" sz="2800" dirty="0"/>
            </a:lvl1pPr>
            <a:lvl2pPr>
              <a:defRPr lang="en-US" sz="2400" dirty="0"/>
            </a:lvl2pPr>
            <a:lvl3pPr>
              <a:defRPr lang="en-US" sz="2000" dirty="0"/>
            </a:lvl3pPr>
          </a:lstStyle>
          <a:p>
            <a:pPr marL="233363" lvl="0" indent="-222250"/>
            <a:r>
              <a:rPr lang="en-US" dirty="0"/>
              <a:t>Click to edit Master text styles</a:t>
            </a:r>
          </a:p>
          <a:p>
            <a:pPr marL="458788" lvl="1" indent="-225425"/>
            <a:r>
              <a:rPr lang="en-US" dirty="0"/>
              <a:t>Second level</a:t>
            </a:r>
          </a:p>
          <a:p>
            <a:pPr marL="628650" lvl="2" indent="-169863"/>
            <a:r>
              <a:rPr lang="en-US" dirty="0"/>
              <a:t>Third level</a:t>
            </a:r>
            <a:endParaRPr kumimoji="0" lang="en-US" dirty="0"/>
          </a:p>
        </p:txBody>
      </p:sp>
      <p:sp>
        <p:nvSpPr>
          <p:cNvPr id="9" name="Slide Number Placeholder 8"/>
          <p:cNvSpPr>
            <a:spLocks noGrp="1"/>
          </p:cNvSpPr>
          <p:nvPr>
            <p:ph type="sldNum" sz="quarter" idx="12"/>
          </p:nvPr>
        </p:nvSpPr>
        <p:spPr/>
        <p:txBody>
          <a:bodyPr/>
          <a:lstStyle/>
          <a:p>
            <a:pPr>
              <a:defRPr/>
            </a:pPr>
            <a:fld id="{A7417747-D7DF-49B4-91C4-1BC5832D2FD4}" type="slidenum">
              <a:rPr lang="en-US" smtClean="0"/>
              <a:pPr>
                <a:defRPr/>
              </a:pPr>
              <a:t>‹#›</a:t>
            </a:fld>
            <a:endParaRPr lang="en-US" dirty="0"/>
          </a:p>
        </p:txBody>
      </p:sp>
    </p:spTree>
    <p:extLst>
      <p:ext uri="{BB962C8B-B14F-4D97-AF65-F5344CB8AC3E}">
        <p14:creationId xmlns:p14="http://schemas.microsoft.com/office/powerpoint/2010/main" val="1405594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Candara" panose="020E0502030303020204" pitchFamily="34" charset="0"/>
                <a:cs typeface="Calibri" panose="020F0502020204030204" pitchFamily="34" charset="0"/>
              </a:defRPr>
            </a:lvl1pPr>
          </a:lstStyle>
          <a:p>
            <a:r>
              <a:rPr kumimoji="0" lang="en-US"/>
              <a:t>Click to edit Master title style</a:t>
            </a:r>
          </a:p>
        </p:txBody>
      </p:sp>
      <p:sp>
        <p:nvSpPr>
          <p:cNvPr id="5" name="Slide Number Placeholder 4"/>
          <p:cNvSpPr>
            <a:spLocks noGrp="1"/>
          </p:cNvSpPr>
          <p:nvPr>
            <p:ph type="sldNum" sz="quarter" idx="12"/>
          </p:nvPr>
        </p:nvSpPr>
        <p:spPr/>
        <p:txBody>
          <a:bodyPr/>
          <a:lstStyle/>
          <a:p>
            <a:pPr>
              <a:defRPr/>
            </a:pPr>
            <a:fld id="{CB25FCC0-7A1A-455C-A362-D69077656366}" type="slidenum">
              <a:rPr lang="en-US" smtClean="0"/>
              <a:pPr>
                <a:defRPr/>
              </a:pPr>
              <a:t>‹#›</a:t>
            </a:fld>
            <a:endParaRPr lang="en-US" dirty="0"/>
          </a:p>
        </p:txBody>
      </p:sp>
    </p:spTree>
    <p:extLst>
      <p:ext uri="{BB962C8B-B14F-4D97-AF65-F5344CB8AC3E}">
        <p14:creationId xmlns:p14="http://schemas.microsoft.com/office/powerpoint/2010/main" val="2879965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C4C2FC7-79A9-4E99-8377-52BFF289B519}" type="slidenum">
              <a:rPr lang="en-US" smtClean="0"/>
              <a:pPr>
                <a:defRPr/>
              </a:pPr>
              <a:t>‹#›</a:t>
            </a:fld>
            <a:endParaRPr lang="en-US" dirty="0"/>
          </a:p>
        </p:txBody>
      </p:sp>
    </p:spTree>
    <p:extLst>
      <p:ext uri="{BB962C8B-B14F-4D97-AF65-F5344CB8AC3E}">
        <p14:creationId xmlns:p14="http://schemas.microsoft.com/office/powerpoint/2010/main" val="14832534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52400"/>
            <a:ext cx="109728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endParaRPr kumimoji="0" lang="en-US" dirty="0"/>
          </a:p>
        </p:txBody>
      </p:sp>
      <p:sp>
        <p:nvSpPr>
          <p:cNvPr id="3" name="Text Placeholder 2"/>
          <p:cNvSpPr>
            <a:spLocks noGrp="1"/>
          </p:cNvSpPr>
          <p:nvPr>
            <p:ph type="body" idx="1"/>
          </p:nvPr>
        </p:nvSpPr>
        <p:spPr>
          <a:xfrm>
            <a:off x="609600" y="1219201"/>
            <a:ext cx="10972800" cy="5334001"/>
          </a:xfrm>
          <a:prstGeom prst="rect">
            <a:avLst/>
          </a:prstGeom>
        </p:spPr>
        <p:txBody>
          <a:bodyPr vert="horz" lIns="54864" tIns="91440" rtlCol="0">
            <a:normAutofit/>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endParaRPr kumimoji="0" lang="en-US" dirty="0"/>
          </a:p>
        </p:txBody>
      </p:sp>
      <p:sp>
        <p:nvSpPr>
          <p:cNvPr id="6" name="Slide Number Placeholder 5"/>
          <p:cNvSpPr>
            <a:spLocks noGrp="1"/>
          </p:cNvSpPr>
          <p:nvPr>
            <p:ph type="sldNum" sz="quarter" idx="4"/>
          </p:nvPr>
        </p:nvSpPr>
        <p:spPr>
          <a:xfrm>
            <a:off x="10939195" y="6583680"/>
            <a:ext cx="978485" cy="274320"/>
          </a:xfrm>
          <a:prstGeom prst="rect">
            <a:avLst/>
          </a:prstGeom>
        </p:spPr>
        <p:txBody>
          <a:bodyPr vert="horz" bIns="0" rtlCol="0" anchor="ctr" anchorCtr="0"/>
          <a:lstStyle>
            <a:lvl1pPr algn="r" eaLnBrk="1" latinLnBrk="0" hangingPunct="1">
              <a:defRPr kumimoji="0" sz="900">
                <a:solidFill>
                  <a:schemeClr val="tx1">
                    <a:tint val="95000"/>
                  </a:schemeClr>
                </a:solidFill>
                <a:latin typeface="Calibri" pitchFamily="34" charset="0"/>
                <a:cs typeface="Calibri" pitchFamily="34" charset="0"/>
              </a:defRPr>
            </a:lvl1pPr>
            <a:extLst/>
          </a:lstStyle>
          <a:p>
            <a:pPr>
              <a:defRPr/>
            </a:pPr>
            <a:fld id="{CB25FCC0-7A1A-455C-A362-D69077656366}" type="slidenum">
              <a:rPr lang="en-US" smtClean="0"/>
              <a:pPr>
                <a:defRPr/>
              </a:pPr>
              <a:t>‹#›</a:t>
            </a:fld>
            <a:endParaRPr lang="en-US" dirty="0"/>
          </a:p>
        </p:txBody>
      </p:sp>
    </p:spTree>
    <p:extLst>
      <p:ext uri="{BB962C8B-B14F-4D97-AF65-F5344CB8AC3E}">
        <p14:creationId xmlns:p14="http://schemas.microsoft.com/office/powerpoint/2010/main" val="3193638076"/>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Lst>
  <p:hf hdr="0" ftr="0" dt="0"/>
  <p:txStyles>
    <p:titleStyle>
      <a:lvl1pPr algn="l" rtl="0" eaLnBrk="1" latinLnBrk="0" hangingPunct="1">
        <a:spcBef>
          <a:spcPct val="0"/>
        </a:spcBef>
        <a:buNone/>
        <a:defRPr kumimoji="0" sz="4000" b="1" i="0" kern="1200">
          <a:solidFill>
            <a:schemeClr val="tx1"/>
          </a:solidFill>
          <a:effectLst/>
          <a:latin typeface="Candara" panose="020E0502030303020204" pitchFamily="34" charset="0"/>
          <a:ea typeface="+mj-ea"/>
          <a:cs typeface="Calibri" panose="020F0502020204030204" pitchFamily="34" charset="0"/>
        </a:defRPr>
      </a:lvl1pPr>
      <a:extLst/>
    </p:titleStyle>
    <p:bodyStyle>
      <a:lvl1pPr marL="350838" indent="-339725" algn="l" rtl="0" eaLnBrk="1" latinLnBrk="0" hangingPunct="1">
        <a:spcBef>
          <a:spcPts val="600"/>
        </a:spcBef>
        <a:spcAft>
          <a:spcPts val="600"/>
        </a:spcAft>
        <a:buClr>
          <a:schemeClr val="tx1"/>
        </a:buClr>
        <a:buSzPct val="100000"/>
        <a:buFont typeface="Arial" panose="020B0604020202020204" pitchFamily="34" charset="0"/>
        <a:buChar char="•"/>
        <a:tabLst/>
        <a:defRPr kumimoji="0" sz="3200" b="0" i="0" kern="1200">
          <a:solidFill>
            <a:schemeClr val="tx1"/>
          </a:solidFill>
          <a:latin typeface="Candara" panose="020E0502030303020204" pitchFamily="34" charset="0"/>
          <a:ea typeface="+mn-ea"/>
          <a:cs typeface="Calibri" pitchFamily="34" charset="0"/>
        </a:defRPr>
      </a:lvl1pPr>
      <a:lvl2pPr marL="628650" indent="-277813" algn="l" rtl="0" eaLnBrk="1" latinLnBrk="0" hangingPunct="1">
        <a:spcBef>
          <a:spcPts val="600"/>
        </a:spcBef>
        <a:spcAft>
          <a:spcPts val="600"/>
        </a:spcAft>
        <a:buClr>
          <a:schemeClr val="tx1"/>
        </a:buClr>
        <a:buSzPct val="100000"/>
        <a:buFont typeface="Arial" panose="020B0604020202020204" pitchFamily="34" charset="0"/>
        <a:buChar char="•"/>
        <a:tabLst/>
        <a:defRPr kumimoji="0" sz="2800" b="0" i="0" kern="1200">
          <a:solidFill>
            <a:schemeClr val="tx1"/>
          </a:solidFill>
          <a:latin typeface="Candara" panose="020E0502030303020204" pitchFamily="34" charset="0"/>
          <a:ea typeface="+mn-ea"/>
          <a:cs typeface="Calibri" pitchFamily="34" charset="0"/>
        </a:defRPr>
      </a:lvl2pPr>
      <a:lvl3pPr marL="863600" indent="-234950" algn="l" rtl="0" eaLnBrk="1" latinLnBrk="0" hangingPunct="1">
        <a:spcBef>
          <a:spcPts val="600"/>
        </a:spcBef>
        <a:spcAft>
          <a:spcPts val="600"/>
        </a:spcAft>
        <a:buClr>
          <a:schemeClr val="tx1"/>
        </a:buClr>
        <a:buSzPct val="80000"/>
        <a:buFont typeface="Arial" panose="020B0604020202020204" pitchFamily="34" charset="0"/>
        <a:buChar char="•"/>
        <a:tabLst/>
        <a:defRPr kumimoji="0" sz="2400" b="0" i="0" kern="1200">
          <a:solidFill>
            <a:schemeClr val="tx1"/>
          </a:solidFill>
          <a:latin typeface="Candara" panose="020E0502030303020204" pitchFamily="34" charset="0"/>
          <a:ea typeface="+mn-ea"/>
          <a:cs typeface="Calibri" pitchFamily="34" charset="0"/>
        </a:defRPr>
      </a:lvl3pPr>
      <a:lvl4pPr marL="1087438" indent="-223838" algn="l" rtl="0" eaLnBrk="1" latinLnBrk="0" hangingPunct="1">
        <a:spcBef>
          <a:spcPts val="600"/>
        </a:spcBef>
        <a:spcAft>
          <a:spcPts val="600"/>
        </a:spcAft>
        <a:buClr>
          <a:schemeClr val="tx1"/>
        </a:buClr>
        <a:buSzPct val="80000"/>
        <a:buFont typeface="Arial" panose="020B0604020202020204" pitchFamily="34" charset="0"/>
        <a:buChar char="•"/>
        <a:tabLst/>
        <a:defRPr kumimoji="0" sz="2000" b="0" i="0" kern="1200">
          <a:solidFill>
            <a:schemeClr val="tx1"/>
          </a:solidFill>
          <a:latin typeface="Candara" panose="020E0502030303020204" pitchFamily="34" charset="0"/>
          <a:ea typeface="+mn-ea"/>
          <a:cs typeface="Calibri" pitchFamily="34" charset="0"/>
        </a:defRPr>
      </a:lvl4pPr>
      <a:lvl5pPr marL="1604963" indent="-223838" algn="l" rtl="0" eaLnBrk="1" latinLnBrk="0" hangingPunct="1">
        <a:spcBef>
          <a:spcPts val="600"/>
        </a:spcBef>
        <a:spcAft>
          <a:spcPts val="600"/>
        </a:spcAft>
        <a:buClr>
          <a:schemeClr val="tx1"/>
        </a:buClr>
        <a:buSzPct val="80000"/>
        <a:buFont typeface="Wingdings" pitchFamily="2" charset="2"/>
        <a:buChar char="§"/>
        <a:tabLst/>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hyperlink" Target="https://en.wikipedia.org/wiki/Spaghetti" TargetMode="External"/><Relationship Id="rId2" Type="http://schemas.openxmlformats.org/officeDocument/2006/relationships/hyperlink" Target="https://en.wikipedia.org/wiki/Philosopher" TargetMode="External"/><Relationship Id="rId1" Type="http://schemas.openxmlformats.org/officeDocument/2006/relationships/slideLayout" Target="../slideLayouts/slideLayout5.xml"/><Relationship Id="rId5" Type="http://schemas.openxmlformats.org/officeDocument/2006/relationships/hyperlink" Target="https://en.wikipedia.org/wiki/Algorithm" TargetMode="External"/><Relationship Id="rId4" Type="http://schemas.openxmlformats.org/officeDocument/2006/relationships/hyperlink" Target="https://en.wikipedia.org/wiki/Concurrency_(computer_science)"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4"/>
          <p:cNvSpPr>
            <a:spLocks noGrp="1" noChangeArrowheads="1"/>
          </p:cNvSpPr>
          <p:nvPr>
            <p:ph type="ctrTitle"/>
          </p:nvPr>
        </p:nvSpPr>
        <p:spPr/>
        <p:txBody>
          <a:bodyPr/>
          <a:lstStyle/>
          <a:p>
            <a:pPr eaLnBrk="1" hangingPunct="1"/>
            <a:r>
              <a:rPr lang="en-US" sz="5400" dirty="0">
                <a:ea typeface="ＭＳ Ｐゴシック" pitchFamily="34" charset="-128"/>
              </a:rPr>
              <a:t>Concurrency: Semaphores</a:t>
            </a:r>
          </a:p>
        </p:txBody>
      </p:sp>
      <p:sp>
        <p:nvSpPr>
          <p:cNvPr id="16386" name="Rectangle 5"/>
          <p:cNvSpPr>
            <a:spLocks noGrp="1" noChangeArrowheads="1"/>
          </p:cNvSpPr>
          <p:nvPr>
            <p:ph type="subTitle" idx="1"/>
          </p:nvPr>
        </p:nvSpPr>
        <p:spPr/>
        <p:txBody>
          <a:bodyPr>
            <a:normAutofit/>
          </a:bodyPr>
          <a:lstStyle/>
          <a:p>
            <a:r>
              <a:rPr lang="en-US" sz="2800" dirty="0">
                <a:ea typeface="ＭＳ Ｐゴシック" pitchFamily="34" charset="-128"/>
              </a:rPr>
              <a:t>Dr. Probir Roy</a:t>
            </a:r>
          </a:p>
        </p:txBody>
      </p:sp>
      <p:sp>
        <p:nvSpPr>
          <p:cNvPr id="5" name="Rectangle 4">
            <a:extLst>
              <a:ext uri="{FF2B5EF4-FFF2-40B4-BE49-F238E27FC236}">
                <a16:creationId xmlns:a16="http://schemas.microsoft.com/office/drawing/2014/main" id="{4F7501B5-32D0-5245-84AA-7558D916F2CE}"/>
              </a:ext>
            </a:extLst>
          </p:cNvPr>
          <p:cNvSpPr>
            <a:spLocks noChangeArrowheads="1"/>
          </p:cNvSpPr>
          <p:nvPr/>
        </p:nvSpPr>
        <p:spPr bwMode="auto">
          <a:xfrm>
            <a:off x="2667000" y="4648201"/>
            <a:ext cx="7162800" cy="1569660"/>
          </a:xfrm>
          <a:prstGeom prst="rect">
            <a:avLst/>
          </a:prstGeom>
          <a:noFill/>
          <a:ln w="9525">
            <a:noFill/>
            <a:miter lim="800000"/>
            <a:headEnd/>
            <a:tailEnd/>
          </a:ln>
        </p:spPr>
        <p:txBody>
          <a:bodyPr wrap="square">
            <a:spAutoFit/>
          </a:bodyPr>
          <a:lstStyle/>
          <a:p>
            <a:pPr>
              <a:defRPr/>
            </a:pPr>
            <a:r>
              <a:rPr lang="en-US" sz="1600" dirty="0">
                <a:solidFill>
                  <a:schemeClr val="bg1">
                    <a:lumMod val="50000"/>
                  </a:schemeClr>
                </a:solidFill>
                <a:latin typeface="Candara" panose="020E0502030303020204" pitchFamily="34" charset="0"/>
                <a:cs typeface="Calibri" panose="020F0502020204030204" pitchFamily="34" charset="0"/>
              </a:rPr>
              <a:t>Some slides are modified from </a:t>
            </a:r>
          </a:p>
          <a:p>
            <a:pPr>
              <a:defRPr/>
            </a:pPr>
            <a:r>
              <a:rPr lang="en-US" sz="1600" dirty="0">
                <a:solidFill>
                  <a:schemeClr val="bg1">
                    <a:lumMod val="50000"/>
                  </a:schemeClr>
                </a:solidFill>
                <a:latin typeface="Candara" panose="020E0502030303020204" pitchFamily="34" charset="0"/>
                <a:cs typeface="Calibri" panose="020F0502020204030204" pitchFamily="34" charset="0"/>
              </a:rPr>
              <a:t>* Dr. </a:t>
            </a:r>
            <a:r>
              <a:rPr lang="en-US" sz="1600" dirty="0" err="1">
                <a:solidFill>
                  <a:schemeClr val="bg1">
                    <a:lumMod val="50000"/>
                  </a:schemeClr>
                </a:solidFill>
                <a:latin typeface="Candara" panose="020E0502030303020204" pitchFamily="34" charset="0"/>
                <a:cs typeface="Calibri" panose="020F0502020204030204" pitchFamily="34" charset="0"/>
              </a:rPr>
              <a:t>Shengquan</a:t>
            </a:r>
            <a:r>
              <a:rPr lang="en-US" sz="1600" dirty="0">
                <a:solidFill>
                  <a:schemeClr val="bg1">
                    <a:lumMod val="50000"/>
                  </a:schemeClr>
                </a:solidFill>
                <a:latin typeface="Candara" panose="020E0502030303020204" pitchFamily="34" charset="0"/>
                <a:cs typeface="Calibri" panose="020F0502020204030204" pitchFamily="34" charset="0"/>
              </a:rPr>
              <a:t> Wang</a:t>
            </a:r>
          </a:p>
          <a:p>
            <a:pPr marL="285750" indent="-285750">
              <a:buFont typeface="Arial"/>
              <a:buChar char="•"/>
              <a:defRPr/>
            </a:pPr>
            <a:r>
              <a:rPr lang="en-US" sz="1600" dirty="0">
                <a:solidFill>
                  <a:schemeClr val="bg1">
                    <a:lumMod val="50000"/>
                  </a:schemeClr>
                </a:solidFill>
                <a:latin typeface="Candara" panose="020E0502030303020204" pitchFamily="34" charset="0"/>
                <a:cs typeface="Calibri" panose="020F0502020204030204" pitchFamily="34" charset="0"/>
              </a:rPr>
              <a:t>Operating Systems: Three Easy Pieces, by </a:t>
            </a:r>
            <a:r>
              <a:rPr lang="en-US" sz="1600" dirty="0" err="1">
                <a:solidFill>
                  <a:schemeClr val="bg1">
                    <a:lumMod val="50000"/>
                  </a:schemeClr>
                </a:solidFill>
                <a:latin typeface="Candara" panose="020E0502030303020204" pitchFamily="34" charset="0"/>
                <a:cs typeface="Calibri" panose="020F0502020204030204" pitchFamily="34" charset="0"/>
              </a:rPr>
              <a:t>Remzi</a:t>
            </a:r>
            <a:r>
              <a:rPr lang="en-US" sz="1600" dirty="0">
                <a:solidFill>
                  <a:schemeClr val="bg1">
                    <a:lumMod val="50000"/>
                  </a:schemeClr>
                </a:solidFill>
                <a:latin typeface="Candara" panose="020E0502030303020204" pitchFamily="34" charset="0"/>
                <a:cs typeface="Calibri" panose="020F0502020204030204" pitchFamily="34" charset="0"/>
              </a:rPr>
              <a:t> H. </a:t>
            </a:r>
            <a:r>
              <a:rPr lang="en-US" sz="1600" dirty="0" err="1">
                <a:solidFill>
                  <a:schemeClr val="bg1">
                    <a:lumMod val="50000"/>
                  </a:schemeClr>
                </a:solidFill>
                <a:latin typeface="Candara" panose="020E0502030303020204" pitchFamily="34" charset="0"/>
                <a:cs typeface="Calibri" panose="020F0502020204030204" pitchFamily="34" charset="0"/>
              </a:rPr>
              <a:t>Arpaci-Dusseau</a:t>
            </a:r>
            <a:r>
              <a:rPr lang="en-US" sz="1600" dirty="0">
                <a:solidFill>
                  <a:schemeClr val="bg1">
                    <a:lumMod val="50000"/>
                  </a:schemeClr>
                </a:solidFill>
                <a:latin typeface="Candara" panose="020E0502030303020204" pitchFamily="34" charset="0"/>
                <a:cs typeface="Calibri" panose="020F0502020204030204" pitchFamily="34" charset="0"/>
              </a:rPr>
              <a:t> and Andrea C. </a:t>
            </a:r>
            <a:r>
              <a:rPr lang="en-US" sz="1600" dirty="0" err="1">
                <a:solidFill>
                  <a:schemeClr val="bg1">
                    <a:lumMod val="50000"/>
                  </a:schemeClr>
                </a:solidFill>
                <a:latin typeface="Candara" panose="020E0502030303020204" pitchFamily="34" charset="0"/>
                <a:cs typeface="Calibri" panose="020F0502020204030204" pitchFamily="34" charset="0"/>
              </a:rPr>
              <a:t>Arpaci-Dusseau</a:t>
            </a:r>
            <a:endParaRPr lang="en-US" sz="1600" dirty="0">
              <a:solidFill>
                <a:schemeClr val="bg1">
                  <a:lumMod val="50000"/>
                </a:schemeClr>
              </a:solidFill>
              <a:latin typeface="Candara" panose="020E0502030303020204" pitchFamily="34" charset="0"/>
              <a:cs typeface="Calibri" panose="020F0502020204030204" pitchFamily="34" charset="0"/>
            </a:endParaRPr>
          </a:p>
          <a:p>
            <a:pPr marL="285750" indent="-285750">
              <a:buFont typeface="Arial"/>
              <a:buChar char="•"/>
              <a:defRPr/>
            </a:pPr>
            <a:r>
              <a:rPr lang="en-US" sz="1600" dirty="0">
                <a:solidFill>
                  <a:schemeClr val="bg1">
                    <a:lumMod val="50000"/>
                  </a:schemeClr>
                </a:solidFill>
                <a:latin typeface="Candara" panose="020E0502030303020204" pitchFamily="34" charset="0"/>
                <a:cs typeface="Calibri" panose="020F0502020204030204" pitchFamily="34" charset="0"/>
              </a:rPr>
              <a:t>Operating System Concepts, 8th edition, by </a:t>
            </a:r>
            <a:r>
              <a:rPr lang="en-US" sz="1600" dirty="0" err="1">
                <a:solidFill>
                  <a:schemeClr val="bg1">
                    <a:lumMod val="50000"/>
                  </a:schemeClr>
                </a:solidFill>
                <a:latin typeface="Candara" panose="020E0502030303020204" pitchFamily="34" charset="0"/>
                <a:cs typeface="Calibri" panose="020F0502020204030204" pitchFamily="34" charset="0"/>
              </a:rPr>
              <a:t>Silberschatz</a:t>
            </a:r>
            <a:r>
              <a:rPr lang="en-US" sz="1600" dirty="0">
                <a:solidFill>
                  <a:schemeClr val="bg1">
                    <a:lumMod val="50000"/>
                  </a:schemeClr>
                </a:solidFill>
                <a:latin typeface="Candara" panose="020E0502030303020204" pitchFamily="34" charset="0"/>
                <a:cs typeface="Calibri" panose="020F0502020204030204" pitchFamily="34" charset="0"/>
              </a:rPr>
              <a:t>, Galvin, Gagne, John Wiley &amp; Sons, 2009</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Outline</a:t>
            </a:r>
          </a:p>
        </p:txBody>
      </p:sp>
      <p:sp>
        <p:nvSpPr>
          <p:cNvPr id="6" name="Content Placeholder 5"/>
          <p:cNvSpPr>
            <a:spLocks noGrp="1"/>
          </p:cNvSpPr>
          <p:nvPr>
            <p:ph idx="1"/>
          </p:nvPr>
        </p:nvSpPr>
        <p:spPr/>
        <p:txBody>
          <a:bodyPr/>
          <a:lstStyle/>
          <a:p>
            <a:r>
              <a:rPr lang="en-US" dirty="0">
                <a:solidFill>
                  <a:srgbClr val="FF0000"/>
                </a:solidFill>
                <a:ea typeface="ＭＳ Ｐゴシック" pitchFamily="34" charset="-128"/>
              </a:rPr>
              <a:t>Basics</a:t>
            </a:r>
            <a:endParaRPr lang="en-US" dirty="0">
              <a:solidFill>
                <a:srgbClr val="FF0000"/>
              </a:solidFill>
            </a:endParaRPr>
          </a:p>
        </p:txBody>
      </p:sp>
      <p:sp>
        <p:nvSpPr>
          <p:cNvPr id="3" name="Slide Number Placeholder 2"/>
          <p:cNvSpPr>
            <a:spLocks noGrp="1"/>
          </p:cNvSpPr>
          <p:nvPr>
            <p:ph type="sldNum" sz="quarter" idx="12"/>
          </p:nvPr>
        </p:nvSpPr>
        <p:spPr/>
        <p:txBody>
          <a:bodyPr/>
          <a:lstStyle/>
          <a:p>
            <a:pPr>
              <a:defRPr/>
            </a:pPr>
            <a:fld id="{3180BF52-1577-4121-93F0-891A1B819983}" type="slidenum">
              <a:rPr lang="en-US" smtClean="0"/>
              <a:pPr>
                <a:defRPr/>
              </a:pPr>
              <a:t>2</a:t>
            </a:fld>
            <a:endParaRPr lang="en-US" dirty="0"/>
          </a:p>
        </p:txBody>
      </p:sp>
    </p:spTree>
    <p:extLst>
      <p:ext uri="{BB962C8B-B14F-4D97-AF65-F5344CB8AC3E}">
        <p14:creationId xmlns:p14="http://schemas.microsoft.com/office/powerpoint/2010/main" val="892825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lstStyle/>
          <a:p>
            <a:r>
              <a:rPr lang="en-US" dirty="0"/>
              <a:t>Introduction</a:t>
            </a:r>
          </a:p>
        </p:txBody>
      </p:sp>
      <p:sp>
        <p:nvSpPr>
          <p:cNvPr id="18434" name="Rectangle 3"/>
          <p:cNvSpPr>
            <a:spLocks noGrp="1" noChangeArrowheads="1"/>
          </p:cNvSpPr>
          <p:nvPr>
            <p:ph idx="1"/>
          </p:nvPr>
        </p:nvSpPr>
        <p:spPr/>
        <p:txBody>
          <a:bodyPr>
            <a:normAutofit/>
          </a:bodyPr>
          <a:lstStyle/>
          <a:p>
            <a:r>
              <a:rPr lang="en-US" dirty="0"/>
              <a:t>As we know now, one needs both locks and condition variables to solve a broad range of relevant and interesting concurrency problems.</a:t>
            </a:r>
          </a:p>
          <a:p>
            <a:r>
              <a:rPr lang="en-US" dirty="0"/>
              <a:t>One of the first people to realize this years ago was </a:t>
            </a:r>
            <a:r>
              <a:rPr lang="en-US" dirty="0" err="1"/>
              <a:t>Edsger</a:t>
            </a:r>
            <a:r>
              <a:rPr lang="en-US" dirty="0"/>
              <a:t> Dijkstra (though it is hard to know the exact history).</a:t>
            </a:r>
          </a:p>
          <a:p>
            <a:r>
              <a:rPr lang="en-US" dirty="0"/>
              <a:t>He invented semaphore as a single primitive for all things related to synchronization.</a:t>
            </a:r>
          </a:p>
          <a:p>
            <a:pPr lvl="1"/>
            <a:r>
              <a:rPr lang="en-US" dirty="0"/>
              <a:t>As you will see, one can use semaphores as both locks and condition variables.</a:t>
            </a:r>
          </a:p>
        </p:txBody>
      </p:sp>
      <p:sp>
        <p:nvSpPr>
          <p:cNvPr id="2" name="Slide Number Placeholder 1"/>
          <p:cNvSpPr>
            <a:spLocks noGrp="1"/>
          </p:cNvSpPr>
          <p:nvPr>
            <p:ph type="sldNum" sz="quarter" idx="12"/>
          </p:nvPr>
        </p:nvSpPr>
        <p:spPr/>
        <p:txBody>
          <a:bodyPr/>
          <a:lstStyle/>
          <a:p>
            <a:fld id="{3180BF52-1577-4121-93F0-891A1B819983}"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0"/>
          <p:cNvSpPr>
            <a:spLocks noGrp="1" noChangeArrowheads="1"/>
          </p:cNvSpPr>
          <p:nvPr>
            <p:ph type="title"/>
          </p:nvPr>
        </p:nvSpPr>
        <p:spPr/>
        <p:txBody>
          <a:bodyPr/>
          <a:lstStyle/>
          <a:p>
            <a:r>
              <a:rPr lang="en-US" dirty="0"/>
              <a:t>Semaphores as resources</a:t>
            </a:r>
          </a:p>
        </p:txBody>
      </p:sp>
      <p:sp>
        <p:nvSpPr>
          <p:cNvPr id="25602" name="Rectangle 11"/>
          <p:cNvSpPr>
            <a:spLocks noGrp="1" noChangeArrowheads="1"/>
          </p:cNvSpPr>
          <p:nvPr>
            <p:ph idx="1"/>
          </p:nvPr>
        </p:nvSpPr>
        <p:spPr/>
        <p:txBody>
          <a:bodyPr>
            <a:normAutofit lnSpcReduction="10000"/>
          </a:bodyPr>
          <a:lstStyle/>
          <a:p>
            <a:r>
              <a:rPr lang="en-US" dirty="0"/>
              <a:t>A semaphore is as an object with an integer value</a:t>
            </a:r>
          </a:p>
          <a:p>
            <a:pPr lvl="1"/>
            <a:r>
              <a:rPr lang="en-US" dirty="0"/>
              <a:t>Each unit represents a unit of resource, e.g.:</a:t>
            </a:r>
          </a:p>
          <a:p>
            <a:pPr marL="403225" lvl="1" indent="0">
              <a:buNone/>
            </a:pPr>
            <a:r>
              <a:rPr lang="pt-BR" dirty="0"/>
              <a:t>	</a:t>
            </a:r>
            <a:r>
              <a:rPr lang="pt-BR" dirty="0" err="1">
                <a:solidFill>
                  <a:srgbClr val="FF0000"/>
                </a:solidFill>
              </a:rPr>
              <a:t>sem_t</a:t>
            </a:r>
            <a:r>
              <a:rPr lang="pt-BR" dirty="0">
                <a:solidFill>
                  <a:srgbClr val="FF0000"/>
                </a:solidFill>
              </a:rPr>
              <a:t> </a:t>
            </a:r>
            <a:r>
              <a:rPr lang="pt-BR" dirty="0" err="1">
                <a:solidFill>
                  <a:srgbClr val="FF0000"/>
                </a:solidFill>
              </a:rPr>
              <a:t>s</a:t>
            </a:r>
            <a:r>
              <a:rPr lang="pt-BR" dirty="0">
                <a:solidFill>
                  <a:srgbClr val="FF0000"/>
                </a:solidFill>
              </a:rPr>
              <a:t>;</a:t>
            </a:r>
          </a:p>
          <a:p>
            <a:pPr marL="403225" lvl="1" indent="0">
              <a:buNone/>
            </a:pPr>
            <a:r>
              <a:rPr lang="pt-BR" dirty="0">
                <a:solidFill>
                  <a:srgbClr val="FF0000"/>
                </a:solidFill>
              </a:rPr>
              <a:t>	</a:t>
            </a:r>
            <a:r>
              <a:rPr lang="pt-BR" dirty="0" err="1">
                <a:solidFill>
                  <a:srgbClr val="FF0000"/>
                </a:solidFill>
              </a:rPr>
              <a:t>sem_init</a:t>
            </a:r>
            <a:r>
              <a:rPr lang="pt-BR" dirty="0">
                <a:solidFill>
                  <a:srgbClr val="FF0000"/>
                </a:solidFill>
              </a:rPr>
              <a:t>(&amp;</a:t>
            </a:r>
            <a:r>
              <a:rPr lang="pt-BR" dirty="0" err="1">
                <a:solidFill>
                  <a:srgbClr val="FF0000"/>
                </a:solidFill>
              </a:rPr>
              <a:t>s</a:t>
            </a:r>
            <a:r>
              <a:rPr lang="pt-BR" dirty="0">
                <a:solidFill>
                  <a:srgbClr val="FF0000"/>
                </a:solidFill>
              </a:rPr>
              <a:t>, 0, 6); // 6 </a:t>
            </a:r>
            <a:r>
              <a:rPr lang="pt-BR" dirty="0" err="1">
                <a:solidFill>
                  <a:srgbClr val="FF0000"/>
                </a:solidFill>
              </a:rPr>
              <a:t>units</a:t>
            </a:r>
            <a:r>
              <a:rPr lang="pt-BR" dirty="0">
                <a:solidFill>
                  <a:srgbClr val="FF0000"/>
                </a:solidFill>
              </a:rPr>
              <a:t> </a:t>
            </a:r>
            <a:r>
              <a:rPr lang="pt-BR" dirty="0" err="1">
                <a:solidFill>
                  <a:srgbClr val="FF0000"/>
                </a:solidFill>
              </a:rPr>
              <a:t>of</a:t>
            </a:r>
            <a:r>
              <a:rPr lang="pt-BR" dirty="0">
                <a:solidFill>
                  <a:srgbClr val="FF0000"/>
                </a:solidFill>
              </a:rPr>
              <a:t> </a:t>
            </a:r>
            <a:r>
              <a:rPr lang="pt-BR" dirty="0" err="1">
                <a:solidFill>
                  <a:srgbClr val="FF0000"/>
                </a:solidFill>
              </a:rPr>
              <a:t>resource</a:t>
            </a:r>
            <a:r>
              <a:rPr lang="pt-BR" dirty="0">
                <a:solidFill>
                  <a:srgbClr val="FF0000"/>
                </a:solidFill>
              </a:rPr>
              <a:t>.</a:t>
            </a:r>
            <a:endParaRPr lang="en-US" dirty="0">
              <a:solidFill>
                <a:srgbClr val="FF0000"/>
              </a:solidFill>
            </a:endParaRPr>
          </a:p>
          <a:p>
            <a:r>
              <a:rPr lang="en-US" dirty="0" err="1"/>
              <a:t>sem_wait</a:t>
            </a:r>
            <a:r>
              <a:rPr lang="en-US" dirty="0"/>
              <a:t>(&amp;s): request for a unit of resource</a:t>
            </a:r>
          </a:p>
          <a:p>
            <a:pPr lvl="1"/>
            <a:r>
              <a:rPr lang="en-US" dirty="0"/>
              <a:t>If positive resource units are available, get one unit of resource;</a:t>
            </a:r>
          </a:p>
          <a:p>
            <a:pPr lvl="1"/>
            <a:r>
              <a:rPr lang="en-US" dirty="0"/>
              <a:t>Otherwise, wait until one unit of resource is available;</a:t>
            </a:r>
          </a:p>
          <a:p>
            <a:r>
              <a:rPr lang="en-US" dirty="0" err="1"/>
              <a:t>sem_post</a:t>
            </a:r>
            <a:r>
              <a:rPr lang="en-US" dirty="0"/>
              <a:t>(&amp;s): release one unit of resource</a:t>
            </a:r>
          </a:p>
          <a:p>
            <a:pPr lvl="1"/>
            <a:r>
              <a:rPr lang="en-US" dirty="0"/>
              <a:t>Wake a waiting thread too.</a:t>
            </a:r>
          </a:p>
        </p:txBody>
      </p:sp>
      <p:sp>
        <p:nvSpPr>
          <p:cNvPr id="2" name="Slide Number Placeholder 1"/>
          <p:cNvSpPr>
            <a:spLocks noGrp="1"/>
          </p:cNvSpPr>
          <p:nvPr>
            <p:ph type="sldNum" sz="quarter" idx="12"/>
          </p:nvPr>
        </p:nvSpPr>
        <p:spPr/>
        <p:txBody>
          <a:bodyPr/>
          <a:lstStyle/>
          <a:p>
            <a:fld id="{3180BF52-1577-4121-93F0-891A1B819983}" type="slidenum">
              <a:rPr lang="en-US" smtClean="0"/>
              <a:pPr/>
              <a:t>4</a:t>
            </a:fld>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3"/>
          <p:cNvSpPr>
            <a:spLocks noGrp="1" noChangeArrowheads="1"/>
          </p:cNvSpPr>
          <p:nvPr>
            <p:ph type="title"/>
          </p:nvPr>
        </p:nvSpPr>
        <p:spPr/>
        <p:txBody>
          <a:bodyPr vert="horz" lIns="90488" tIns="44450" rIns="90488" bIns="44450" rtlCol="0" anchor="ctr">
            <a:normAutofit/>
            <a:scene3d>
              <a:camera prst="orthographicFront"/>
              <a:lightRig rig="threePt" dir="t">
                <a:rot lat="0" lon="0" rev="4800000"/>
              </a:lightRig>
            </a:scene3d>
            <a:sp3d prstMaterial="matte">
              <a:bevelT w="50800" h="10160"/>
            </a:sp3d>
          </a:bodyPr>
          <a:lstStyle/>
          <a:p>
            <a:pPr eaLnBrk="1" hangingPunct="1"/>
            <a:r>
              <a:rPr lang="en-US" dirty="0">
                <a:ea typeface="ＭＳ Ｐゴシック" pitchFamily="34" charset="-128"/>
              </a:rPr>
              <a:t>Semaphores</a:t>
            </a:r>
          </a:p>
        </p:txBody>
      </p:sp>
      <p:sp>
        <p:nvSpPr>
          <p:cNvPr id="2" name="Slide Number Placeholder 1"/>
          <p:cNvSpPr>
            <a:spLocks noGrp="1"/>
          </p:cNvSpPr>
          <p:nvPr>
            <p:ph type="sldNum" sz="quarter" idx="12"/>
          </p:nvPr>
        </p:nvSpPr>
        <p:spPr/>
        <p:txBody>
          <a:bodyPr/>
          <a:lstStyle/>
          <a:p>
            <a:pPr>
              <a:defRPr/>
            </a:pPr>
            <a:fld id="{CB25FCC0-7A1A-455C-A362-D69077656366}" type="slidenum">
              <a:rPr lang="en-US" smtClean="0"/>
              <a:pPr>
                <a:defRPr/>
              </a:pPr>
              <a:t>5</a:t>
            </a:fld>
            <a:endParaRPr lang="en-US" dirty="0"/>
          </a:p>
        </p:txBody>
      </p:sp>
      <p:sp>
        <p:nvSpPr>
          <p:cNvPr id="1130500" name="AutoShape 4"/>
          <p:cNvSpPr>
            <a:spLocks noChangeArrowheads="1"/>
          </p:cNvSpPr>
          <p:nvPr/>
        </p:nvSpPr>
        <p:spPr bwMode="auto">
          <a:xfrm>
            <a:off x="2438400" y="1485900"/>
            <a:ext cx="7010400" cy="3886200"/>
          </a:xfrm>
          <a:prstGeom prst="roundRect">
            <a:avLst>
              <a:gd name="adj" fmla="val 16667"/>
            </a:avLst>
          </a:prstGeom>
          <a:solidFill>
            <a:schemeClr val="bg1"/>
          </a:solidFill>
          <a:ln w="9525">
            <a:solidFill>
              <a:schemeClr val="tx1"/>
            </a:solidFill>
            <a:round/>
            <a:headEnd/>
            <a:tailEnd/>
          </a:ln>
          <a:effectLst>
            <a:outerShdw dist="76199" dir="2700000" algn="ctr" rotWithShape="0">
              <a:srgbClr val="B2B2B2"/>
            </a:outerShdw>
          </a:effectLst>
        </p:spPr>
        <p:txBody>
          <a:bodyPr wrap="none"/>
          <a:lstStyle/>
          <a:p>
            <a:pPr>
              <a:tabLst>
                <a:tab pos="463550" algn="l"/>
              </a:tabLst>
            </a:pPr>
            <a:r>
              <a:rPr lang="en-US" sz="2400" dirty="0" err="1">
                <a:solidFill>
                  <a:srgbClr val="660066"/>
                </a:solidFill>
                <a:latin typeface="Candara" panose="020E0502030303020204" pitchFamily="34" charset="0"/>
              </a:rPr>
              <a:t>int</a:t>
            </a:r>
            <a:r>
              <a:rPr lang="en-US" sz="2400" dirty="0">
                <a:solidFill>
                  <a:srgbClr val="660066"/>
                </a:solidFill>
                <a:latin typeface="Candara" panose="020E0502030303020204" pitchFamily="34" charset="0"/>
              </a:rPr>
              <a:t> </a:t>
            </a:r>
            <a:r>
              <a:rPr lang="en-US" sz="2400" dirty="0" err="1">
                <a:solidFill>
                  <a:srgbClr val="660066"/>
                </a:solidFill>
                <a:latin typeface="Candara" panose="020E0502030303020204" pitchFamily="34" charset="0"/>
              </a:rPr>
              <a:t>sem_wait</a:t>
            </a:r>
            <a:r>
              <a:rPr lang="en-US" sz="2400" dirty="0">
                <a:solidFill>
                  <a:srgbClr val="660066"/>
                </a:solidFill>
                <a:latin typeface="Candara" panose="020E0502030303020204" pitchFamily="34" charset="0"/>
              </a:rPr>
              <a:t>(</a:t>
            </a:r>
            <a:r>
              <a:rPr lang="en-US" sz="2400" dirty="0" err="1">
                <a:solidFill>
                  <a:srgbClr val="660066"/>
                </a:solidFill>
                <a:latin typeface="Candara" panose="020E0502030303020204" pitchFamily="34" charset="0"/>
              </a:rPr>
              <a:t>sem_t</a:t>
            </a:r>
            <a:r>
              <a:rPr lang="en-US" sz="2400" dirty="0">
                <a:solidFill>
                  <a:srgbClr val="660066"/>
                </a:solidFill>
                <a:latin typeface="Candara" panose="020E0502030303020204" pitchFamily="34" charset="0"/>
              </a:rPr>
              <a:t> *s) {</a:t>
            </a:r>
          </a:p>
          <a:p>
            <a:pPr>
              <a:tabLst>
                <a:tab pos="463550" algn="l"/>
              </a:tabLst>
            </a:pPr>
            <a:r>
              <a:rPr lang="en-US" sz="2400" dirty="0">
                <a:solidFill>
                  <a:srgbClr val="660066"/>
                </a:solidFill>
                <a:latin typeface="Candara" panose="020E0502030303020204" pitchFamily="34" charset="0"/>
              </a:rPr>
              <a:t>    - wait until value of semaphore s is greater than 0;</a:t>
            </a:r>
          </a:p>
          <a:p>
            <a:pPr>
              <a:tabLst>
                <a:tab pos="463550" algn="l"/>
              </a:tabLst>
            </a:pPr>
            <a:r>
              <a:rPr lang="en-US" sz="2400" dirty="0">
                <a:solidFill>
                  <a:srgbClr val="660066"/>
                </a:solidFill>
                <a:latin typeface="Candara" panose="020E0502030303020204" pitchFamily="34" charset="0"/>
              </a:rPr>
              <a:t>    - decrement the value of semaphore s by 1;</a:t>
            </a:r>
          </a:p>
          <a:p>
            <a:pPr>
              <a:tabLst>
                <a:tab pos="463550" algn="l"/>
              </a:tabLst>
            </a:pPr>
            <a:r>
              <a:rPr lang="en-US" sz="2400" dirty="0">
                <a:solidFill>
                  <a:srgbClr val="660066"/>
                </a:solidFill>
                <a:latin typeface="Candara" panose="020E0502030303020204" pitchFamily="34" charset="0"/>
              </a:rPr>
              <a:t>}</a:t>
            </a:r>
          </a:p>
          <a:p>
            <a:pPr>
              <a:tabLst>
                <a:tab pos="463550" algn="l"/>
              </a:tabLst>
            </a:pPr>
            <a:endParaRPr lang="en-US" sz="2400" dirty="0">
              <a:solidFill>
                <a:srgbClr val="660066"/>
              </a:solidFill>
              <a:latin typeface="Candara" panose="020E0502030303020204" pitchFamily="34" charset="0"/>
            </a:endParaRPr>
          </a:p>
          <a:p>
            <a:pPr>
              <a:tabLst>
                <a:tab pos="463550" algn="l"/>
              </a:tabLst>
            </a:pPr>
            <a:r>
              <a:rPr lang="en-US" sz="2400" dirty="0" err="1">
                <a:solidFill>
                  <a:srgbClr val="660066"/>
                </a:solidFill>
                <a:latin typeface="Candara" panose="020E0502030303020204" pitchFamily="34" charset="0"/>
              </a:rPr>
              <a:t>int</a:t>
            </a:r>
            <a:r>
              <a:rPr lang="en-US" sz="2400" dirty="0">
                <a:solidFill>
                  <a:srgbClr val="660066"/>
                </a:solidFill>
                <a:latin typeface="Candara" panose="020E0502030303020204" pitchFamily="34" charset="0"/>
              </a:rPr>
              <a:t> </a:t>
            </a:r>
            <a:r>
              <a:rPr lang="en-US" sz="2400" dirty="0" err="1">
                <a:solidFill>
                  <a:srgbClr val="660066"/>
                </a:solidFill>
                <a:latin typeface="Candara" panose="020E0502030303020204" pitchFamily="34" charset="0"/>
              </a:rPr>
              <a:t>sem_post</a:t>
            </a:r>
            <a:r>
              <a:rPr lang="en-US" sz="2400" dirty="0">
                <a:solidFill>
                  <a:srgbClr val="660066"/>
                </a:solidFill>
                <a:latin typeface="Candara" panose="020E0502030303020204" pitchFamily="34" charset="0"/>
              </a:rPr>
              <a:t>(</a:t>
            </a:r>
            <a:r>
              <a:rPr lang="en-US" sz="2400" dirty="0" err="1">
                <a:solidFill>
                  <a:srgbClr val="660066"/>
                </a:solidFill>
                <a:latin typeface="Candara" panose="020E0502030303020204" pitchFamily="34" charset="0"/>
              </a:rPr>
              <a:t>sem_t</a:t>
            </a:r>
            <a:r>
              <a:rPr lang="en-US" sz="2400" dirty="0">
                <a:solidFill>
                  <a:srgbClr val="660066"/>
                </a:solidFill>
                <a:latin typeface="Candara" panose="020E0502030303020204" pitchFamily="34" charset="0"/>
              </a:rPr>
              <a:t> *s) {</a:t>
            </a:r>
          </a:p>
          <a:p>
            <a:pPr>
              <a:tabLst>
                <a:tab pos="463550" algn="l"/>
              </a:tabLst>
            </a:pPr>
            <a:r>
              <a:rPr lang="en-US" sz="2400" dirty="0">
                <a:solidFill>
                  <a:srgbClr val="660066"/>
                </a:solidFill>
                <a:latin typeface="Candara" panose="020E0502030303020204" pitchFamily="34" charset="0"/>
              </a:rPr>
              <a:t>    - increment the value of semaphore s by 1;</a:t>
            </a:r>
          </a:p>
          <a:p>
            <a:pPr>
              <a:tabLst>
                <a:tab pos="463550" algn="l"/>
              </a:tabLst>
            </a:pPr>
            <a:r>
              <a:rPr lang="en-US" sz="2400" dirty="0">
                <a:solidFill>
                  <a:srgbClr val="660066"/>
                </a:solidFill>
                <a:latin typeface="Candara" panose="020E0502030303020204" pitchFamily="34" charset="0"/>
              </a:rPr>
              <a:t>    - if there are 1 or more threads waiting, wake 1;</a:t>
            </a:r>
          </a:p>
          <a:p>
            <a:pPr>
              <a:tabLst>
                <a:tab pos="463550" algn="l"/>
              </a:tabLst>
            </a:pPr>
            <a:r>
              <a:rPr lang="en-US" sz="2400" dirty="0">
                <a:solidFill>
                  <a:srgbClr val="660066"/>
                </a:solidFill>
                <a:latin typeface="Candara" panose="020E0502030303020204" pitchFamily="34" charset="0"/>
              </a:rPr>
              <a:t>}</a:t>
            </a:r>
          </a:p>
        </p:txBody>
      </p:sp>
      <p:sp>
        <p:nvSpPr>
          <p:cNvPr id="4" name="Rectangle 3"/>
          <p:cNvSpPr/>
          <p:nvPr/>
        </p:nvSpPr>
        <p:spPr>
          <a:xfrm>
            <a:off x="4114800" y="5667346"/>
            <a:ext cx="3809056" cy="461665"/>
          </a:xfrm>
          <a:prstGeom prst="rect">
            <a:avLst/>
          </a:prstGeom>
        </p:spPr>
        <p:txBody>
          <a:bodyPr wrap="none">
            <a:spAutoFit/>
          </a:bodyPr>
          <a:lstStyle/>
          <a:p>
            <a:r>
              <a:rPr lang="en-US" sz="2400" dirty="0">
                <a:solidFill>
                  <a:srgbClr val="FF0000"/>
                </a:solidFill>
                <a:latin typeface="Candara" panose="020E0502030303020204" pitchFamily="34" charset="0"/>
                <a:ea typeface="ＭＳ Ｐゴシック" pitchFamily="34" charset="-128"/>
              </a:rPr>
              <a:t>Both are atomic operations!</a:t>
            </a:r>
            <a:endParaRPr lang="en-US" sz="2400" dirty="0">
              <a:solidFill>
                <a:srgbClr val="FF0000"/>
              </a:solidFill>
              <a:latin typeface="Candara" panose="020E050203030302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4" name="Content Placeholder 3"/>
          <p:cNvSpPr>
            <a:spLocks noGrp="1"/>
          </p:cNvSpPr>
          <p:nvPr>
            <p:ph idx="1"/>
          </p:nvPr>
        </p:nvSpPr>
        <p:spPr/>
        <p:txBody>
          <a:bodyPr/>
          <a:lstStyle/>
          <a:p>
            <a:r>
              <a:rPr lang="en-US" dirty="0"/>
              <a:t>Each semaphore will be associated with a queue for the sleeping threads.</a:t>
            </a:r>
          </a:p>
          <a:p>
            <a:r>
              <a:rPr lang="en-US" dirty="0"/>
              <a:t>The atomic operations can be implemented as done in </a:t>
            </a:r>
            <a:r>
              <a:rPr lang="en-US" dirty="0" err="1"/>
              <a:t>mutex</a:t>
            </a:r>
            <a:r>
              <a:rPr lang="en-US" dirty="0"/>
              <a:t> lock.</a:t>
            </a:r>
          </a:p>
        </p:txBody>
      </p:sp>
      <p:sp>
        <p:nvSpPr>
          <p:cNvPr id="5" name="Slide Number Placeholder 4"/>
          <p:cNvSpPr>
            <a:spLocks noGrp="1"/>
          </p:cNvSpPr>
          <p:nvPr>
            <p:ph type="sldNum" sz="quarter" idx="12"/>
          </p:nvPr>
        </p:nvSpPr>
        <p:spPr/>
        <p:txBody>
          <a:bodyPr/>
          <a:lstStyle/>
          <a:p>
            <a:pPr>
              <a:defRPr/>
            </a:pPr>
            <a:fld id="{3180BF52-1577-4121-93F0-891A1B819983}" type="slidenum">
              <a:rPr lang="en-US" smtClean="0"/>
              <a:pPr>
                <a:defRPr/>
              </a:pPr>
              <a:t>6</a:t>
            </a:fld>
            <a:endParaRPr lang="en-US" dirty="0"/>
          </a:p>
        </p:txBody>
      </p:sp>
    </p:spTree>
    <p:extLst>
      <p:ext uri="{BB962C8B-B14F-4D97-AF65-F5344CB8AC3E}">
        <p14:creationId xmlns:p14="http://schemas.microsoft.com/office/powerpoint/2010/main" val="2506340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6"/>
          <p:cNvSpPr txBox="1">
            <a:spLocks noGrp="1" noChangeArrowheads="1"/>
          </p:cNvSpPr>
          <p:nvPr/>
        </p:nvSpPr>
        <p:spPr bwMode="auto">
          <a:xfrm>
            <a:off x="9686926" y="6400800"/>
            <a:ext cx="676275" cy="457200"/>
          </a:xfrm>
          <a:prstGeom prst="rect">
            <a:avLst/>
          </a:prstGeom>
          <a:noFill/>
          <a:ln w="9525">
            <a:noFill/>
            <a:miter lim="800000"/>
            <a:headEnd/>
            <a:tailEnd/>
          </a:ln>
        </p:spPr>
        <p:txBody>
          <a:bodyPr/>
          <a:lstStyle/>
          <a:p>
            <a:pPr algn="r" eaLnBrk="0" hangingPunct="0"/>
            <a:fld id="{216158F0-4DC3-4A28-9449-23813D4F2F2C}" type="slidenum">
              <a:rPr lang="en-US" sz="1200">
                <a:latin typeface="Arial" charset="0"/>
              </a:rPr>
              <a:pPr algn="r" eaLnBrk="0" hangingPunct="0"/>
              <a:t>7</a:t>
            </a:fld>
            <a:endParaRPr lang="en-US" sz="1200">
              <a:latin typeface="Arial" charset="0"/>
            </a:endParaRPr>
          </a:p>
        </p:txBody>
      </p:sp>
      <p:sp>
        <p:nvSpPr>
          <p:cNvPr id="27650" name="Rectangle 4"/>
          <p:cNvSpPr>
            <a:spLocks noGrp="1" noChangeArrowheads="1"/>
          </p:cNvSpPr>
          <p:nvPr>
            <p:ph type="title"/>
          </p:nvPr>
        </p:nvSpPr>
        <p:spPr/>
        <p:txBody>
          <a:bodyPr/>
          <a:lstStyle/>
          <a:p>
            <a:r>
              <a:rPr lang="en-US" dirty="0"/>
              <a:t>Semaphore and API</a:t>
            </a:r>
          </a:p>
        </p:txBody>
      </p:sp>
      <p:sp>
        <p:nvSpPr>
          <p:cNvPr id="27651" name="Rectangle 5"/>
          <p:cNvSpPr>
            <a:spLocks noGrp="1" noChangeArrowheads="1"/>
          </p:cNvSpPr>
          <p:nvPr>
            <p:ph idx="1"/>
          </p:nvPr>
        </p:nvSpPr>
        <p:spPr/>
        <p:txBody>
          <a:bodyPr>
            <a:normAutofit fontScale="92500" lnSpcReduction="20000"/>
          </a:bodyPr>
          <a:lstStyle/>
          <a:p>
            <a:r>
              <a:rPr lang="en-US" dirty="0" err="1"/>
              <a:t>sem_t</a:t>
            </a:r>
            <a:r>
              <a:rPr lang="en-US" dirty="0"/>
              <a:t> s;</a:t>
            </a:r>
          </a:p>
          <a:p>
            <a:r>
              <a:rPr lang="en-US" dirty="0" err="1"/>
              <a:t>sem_init</a:t>
            </a:r>
            <a:r>
              <a:rPr lang="en-US" dirty="0"/>
              <a:t>(&amp;s, </a:t>
            </a:r>
            <a:r>
              <a:rPr lang="en-US" dirty="0" err="1"/>
              <a:t>pshared</a:t>
            </a:r>
            <a:r>
              <a:rPr lang="en-US" dirty="0"/>
              <a:t>, </a:t>
            </a:r>
            <a:r>
              <a:rPr lang="en-US" dirty="0" err="1"/>
              <a:t>init_value</a:t>
            </a:r>
            <a:r>
              <a:rPr lang="en-US" dirty="0"/>
              <a:t>);</a:t>
            </a:r>
          </a:p>
          <a:p>
            <a:pPr lvl="1"/>
            <a:r>
              <a:rPr lang="en-US" dirty="0"/>
              <a:t>If </a:t>
            </a:r>
            <a:r>
              <a:rPr lang="en-US" dirty="0" err="1"/>
              <a:t>pshared</a:t>
            </a:r>
            <a:r>
              <a:rPr lang="en-US" dirty="0"/>
              <a:t> is nonzero, the semaphore can be shared between processes.</a:t>
            </a:r>
          </a:p>
          <a:p>
            <a:r>
              <a:rPr lang="en-US" dirty="0" err="1"/>
              <a:t>sem_destroy</a:t>
            </a:r>
            <a:r>
              <a:rPr lang="en-US" dirty="0"/>
              <a:t>(&amp;s);</a:t>
            </a:r>
          </a:p>
          <a:p>
            <a:r>
              <a:rPr lang="en-US" dirty="0" err="1"/>
              <a:t>sem_wait</a:t>
            </a:r>
            <a:r>
              <a:rPr lang="en-US" dirty="0"/>
              <a:t>(&amp;s); </a:t>
            </a:r>
          </a:p>
          <a:p>
            <a:pPr lvl="1"/>
            <a:r>
              <a:rPr lang="en-US" dirty="0"/>
              <a:t>Blocking wait operation</a:t>
            </a:r>
          </a:p>
          <a:p>
            <a:r>
              <a:rPr lang="en-US" dirty="0" err="1"/>
              <a:t>sem_trywait</a:t>
            </a:r>
            <a:r>
              <a:rPr lang="en-US" dirty="0"/>
              <a:t>(&amp;s);</a:t>
            </a:r>
          </a:p>
          <a:p>
            <a:pPr lvl="1"/>
            <a:r>
              <a:rPr lang="en-US" dirty="0"/>
              <a:t>Nonblocking wait operation</a:t>
            </a:r>
          </a:p>
          <a:p>
            <a:r>
              <a:rPr lang="en-US" dirty="0" err="1"/>
              <a:t>sem_post</a:t>
            </a:r>
            <a:r>
              <a:rPr lang="en-US" dirty="0"/>
              <a:t>(&amp;s);</a:t>
            </a:r>
          </a:p>
          <a:p>
            <a:pPr lvl="1"/>
            <a:r>
              <a:rPr lang="en-US" dirty="0"/>
              <a:t>signal operation</a:t>
            </a:r>
          </a:p>
        </p:txBody>
      </p:sp>
      <p:sp>
        <p:nvSpPr>
          <p:cNvPr id="2" name="Slide Number Placeholder 1"/>
          <p:cNvSpPr>
            <a:spLocks noGrp="1"/>
          </p:cNvSpPr>
          <p:nvPr>
            <p:ph type="sldNum" sz="quarter" idx="12"/>
          </p:nvPr>
        </p:nvSpPr>
        <p:spPr/>
        <p:txBody>
          <a:bodyPr/>
          <a:lstStyle/>
          <a:p>
            <a:fld id="{3180BF52-1577-4121-93F0-891A1B819983}"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p:txBody>
          <a:bodyPr/>
          <a:lstStyle/>
          <a:p>
            <a:r>
              <a:rPr lang="en-US" dirty="0"/>
              <a:t>Include files and libraries</a:t>
            </a:r>
          </a:p>
        </p:txBody>
      </p:sp>
      <p:sp>
        <p:nvSpPr>
          <p:cNvPr id="29699" name="Rectangle 5"/>
          <p:cNvSpPr>
            <a:spLocks noGrp="1" noChangeArrowheads="1"/>
          </p:cNvSpPr>
          <p:nvPr>
            <p:ph idx="1"/>
          </p:nvPr>
        </p:nvSpPr>
        <p:spPr/>
        <p:txBody>
          <a:bodyPr>
            <a:normAutofit/>
          </a:bodyPr>
          <a:lstStyle/>
          <a:p>
            <a:r>
              <a:rPr lang="en-US" dirty="0"/>
              <a:t>.h file</a:t>
            </a:r>
          </a:p>
          <a:p>
            <a:pPr lvl="1"/>
            <a:r>
              <a:rPr lang="en-US" dirty="0"/>
              <a:t>#include &lt;</a:t>
            </a:r>
            <a:r>
              <a:rPr lang="en-US" dirty="0" err="1"/>
              <a:t>pthread.h</a:t>
            </a:r>
            <a:r>
              <a:rPr lang="en-US" dirty="0"/>
              <a:t>&gt;</a:t>
            </a:r>
          </a:p>
          <a:p>
            <a:pPr lvl="1"/>
            <a:r>
              <a:rPr lang="en-US" dirty="0"/>
              <a:t>#include &lt;</a:t>
            </a:r>
            <a:r>
              <a:rPr lang="en-US" dirty="0" err="1"/>
              <a:t>semaphore.h</a:t>
            </a:r>
            <a:r>
              <a:rPr lang="en-US" dirty="0"/>
              <a:t>&gt;  /*for semaphore only*/</a:t>
            </a:r>
          </a:p>
          <a:p>
            <a:r>
              <a:rPr lang="en-US" dirty="0"/>
              <a:t>Compile and Linking</a:t>
            </a:r>
          </a:p>
          <a:p>
            <a:pPr lvl="1"/>
            <a:r>
              <a:rPr lang="en-US" dirty="0" err="1"/>
              <a:t>gcc</a:t>
            </a:r>
            <a:r>
              <a:rPr lang="en-US" dirty="0"/>
              <a:t>  </a:t>
            </a:r>
            <a:r>
              <a:rPr lang="en-US" dirty="0" err="1"/>
              <a:t>foo.c</a:t>
            </a:r>
            <a:r>
              <a:rPr lang="en-US" dirty="0"/>
              <a:t>  -o foo  -</a:t>
            </a:r>
            <a:r>
              <a:rPr lang="en-US" dirty="0" err="1"/>
              <a:t>lpthread</a:t>
            </a:r>
            <a:br>
              <a:rPr lang="en-US" dirty="0"/>
            </a:br>
            <a:r>
              <a:rPr lang="en-US" dirty="0"/>
              <a:t>(for </a:t>
            </a:r>
            <a:r>
              <a:rPr lang="en-US" dirty="0" err="1"/>
              <a:t>pthread</a:t>
            </a:r>
            <a:r>
              <a:rPr lang="en-US" dirty="0"/>
              <a:t> only)</a:t>
            </a:r>
          </a:p>
          <a:p>
            <a:pPr lvl="1"/>
            <a:r>
              <a:rPr lang="en-US" dirty="0" err="1"/>
              <a:t>gcc</a:t>
            </a:r>
            <a:r>
              <a:rPr lang="en-US" dirty="0"/>
              <a:t>  </a:t>
            </a:r>
            <a:r>
              <a:rPr lang="en-US" dirty="0" err="1"/>
              <a:t>foo.c</a:t>
            </a:r>
            <a:r>
              <a:rPr lang="en-US" dirty="0"/>
              <a:t>  -o foo  -</a:t>
            </a:r>
            <a:r>
              <a:rPr lang="en-US" dirty="0" err="1"/>
              <a:t>lpthread</a:t>
            </a:r>
            <a:r>
              <a:rPr lang="en-US" dirty="0"/>
              <a:t> –</a:t>
            </a:r>
            <a:r>
              <a:rPr lang="en-US" dirty="0" err="1"/>
              <a:t>lrt</a:t>
            </a:r>
            <a:r>
              <a:rPr lang="en-US" dirty="0"/>
              <a:t> </a:t>
            </a:r>
            <a:br>
              <a:rPr lang="en-US" dirty="0"/>
            </a:br>
            <a:r>
              <a:rPr lang="en-US" dirty="0"/>
              <a:t>(for semaphore)</a:t>
            </a:r>
          </a:p>
          <a:p>
            <a:pPr lvl="2"/>
            <a:r>
              <a:rPr lang="en-US" dirty="0"/>
              <a:t>Semaphore are not defined in the POSIX.4a (</a:t>
            </a:r>
            <a:r>
              <a:rPr lang="en-US" dirty="0" err="1"/>
              <a:t>pthread</a:t>
            </a:r>
            <a:r>
              <a:rPr lang="en-US" dirty="0"/>
              <a:t>) specifications, but they are included in the POSIX.4 (</a:t>
            </a:r>
            <a:r>
              <a:rPr lang="en-US" dirty="0" err="1"/>
              <a:t>realtime</a:t>
            </a:r>
            <a:r>
              <a:rPr lang="en-US" dirty="0"/>
              <a:t> extension) specifications.</a:t>
            </a:r>
          </a:p>
        </p:txBody>
      </p:sp>
      <p:sp>
        <p:nvSpPr>
          <p:cNvPr id="2" name="Slide Number Placeholder 1"/>
          <p:cNvSpPr>
            <a:spLocks noGrp="1"/>
          </p:cNvSpPr>
          <p:nvPr>
            <p:ph type="sldNum" sz="quarter" idx="12"/>
          </p:nvPr>
        </p:nvSpPr>
        <p:spPr/>
        <p:txBody>
          <a:bodyPr/>
          <a:lstStyle/>
          <a:p>
            <a:fld id="{3180BF52-1577-4121-93F0-891A1B819983}"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Outline</a:t>
            </a:r>
          </a:p>
        </p:txBody>
      </p:sp>
      <p:sp>
        <p:nvSpPr>
          <p:cNvPr id="6" name="Content Placeholder 5"/>
          <p:cNvSpPr>
            <a:spLocks noGrp="1"/>
          </p:cNvSpPr>
          <p:nvPr>
            <p:ph idx="1"/>
          </p:nvPr>
        </p:nvSpPr>
        <p:spPr/>
        <p:txBody>
          <a:bodyPr/>
          <a:lstStyle/>
          <a:p>
            <a:r>
              <a:rPr lang="en-US" dirty="0">
                <a:ea typeface="ＭＳ Ｐゴシック" pitchFamily="34" charset="-128"/>
              </a:rPr>
              <a:t>Basics</a:t>
            </a:r>
          </a:p>
          <a:p>
            <a:r>
              <a:rPr lang="en-US" dirty="0">
                <a:solidFill>
                  <a:srgbClr val="FF0000"/>
                </a:solidFill>
                <a:ea typeface="ＭＳ Ｐゴシック" pitchFamily="34" charset="-128"/>
              </a:rPr>
              <a:t>Use semaphore</a:t>
            </a:r>
            <a:endParaRPr lang="en-US" dirty="0">
              <a:solidFill>
                <a:srgbClr val="FF0000"/>
              </a:solidFill>
            </a:endParaRPr>
          </a:p>
        </p:txBody>
      </p:sp>
      <p:sp>
        <p:nvSpPr>
          <p:cNvPr id="3" name="Slide Number Placeholder 2"/>
          <p:cNvSpPr>
            <a:spLocks noGrp="1"/>
          </p:cNvSpPr>
          <p:nvPr>
            <p:ph type="sldNum" sz="quarter" idx="12"/>
          </p:nvPr>
        </p:nvSpPr>
        <p:spPr/>
        <p:txBody>
          <a:bodyPr/>
          <a:lstStyle/>
          <a:p>
            <a:pPr>
              <a:defRPr/>
            </a:pPr>
            <a:fld id="{3180BF52-1577-4121-93F0-891A1B819983}" type="slidenum">
              <a:rPr lang="en-US" smtClean="0"/>
              <a:pPr>
                <a:defRPr/>
              </a:pPr>
              <a:t>9</a:t>
            </a:fld>
            <a:endParaRPr lang="en-US" dirty="0"/>
          </a:p>
        </p:txBody>
      </p:sp>
    </p:spTree>
    <p:extLst>
      <p:ext uri="{BB962C8B-B14F-4D97-AF65-F5344CB8AC3E}">
        <p14:creationId xmlns:p14="http://schemas.microsoft.com/office/powerpoint/2010/main" val="1577211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semaphore as a lock</a:t>
            </a:r>
          </a:p>
        </p:txBody>
      </p:sp>
      <p:sp>
        <p:nvSpPr>
          <p:cNvPr id="3" name="Slide Number Placeholder 2"/>
          <p:cNvSpPr>
            <a:spLocks noGrp="1"/>
          </p:cNvSpPr>
          <p:nvPr>
            <p:ph type="sldNum" sz="quarter" idx="12"/>
          </p:nvPr>
        </p:nvSpPr>
        <p:spPr/>
        <p:txBody>
          <a:bodyPr/>
          <a:lstStyle/>
          <a:p>
            <a:pPr>
              <a:defRPr/>
            </a:pPr>
            <a:fld id="{3180BF52-1577-4121-93F0-891A1B819983}" type="slidenum">
              <a:rPr lang="en-US" smtClean="0"/>
              <a:pPr>
                <a:defRPr/>
              </a:pPr>
              <a:t>10</a:t>
            </a:fld>
            <a:endParaRPr lang="en-US" dirty="0"/>
          </a:p>
        </p:txBody>
      </p:sp>
      <p:sp>
        <p:nvSpPr>
          <p:cNvPr id="5" name="Rectangle 6"/>
          <p:cNvSpPr>
            <a:spLocks noChangeArrowheads="1"/>
          </p:cNvSpPr>
          <p:nvPr/>
        </p:nvSpPr>
        <p:spPr bwMode="auto">
          <a:xfrm>
            <a:off x="3962400" y="2133600"/>
            <a:ext cx="2667000" cy="28194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tIns="91440" bIns="91440" anchor="ctr"/>
          <a:lstStyle/>
          <a:p>
            <a:pPr>
              <a:tabLst>
                <a:tab pos="346075" algn="l"/>
              </a:tabLst>
            </a:pPr>
            <a:r>
              <a:rPr lang="pt-BR" sz="2400" dirty="0" err="1">
                <a:latin typeface="Candara" panose="020E0502030303020204" pitchFamily="34" charset="0"/>
              </a:rPr>
              <a:t>sem_t</a:t>
            </a:r>
            <a:r>
              <a:rPr lang="pt-BR" sz="2400" dirty="0">
                <a:latin typeface="Candara" panose="020E0502030303020204" pitchFamily="34" charset="0"/>
              </a:rPr>
              <a:t> </a:t>
            </a:r>
            <a:r>
              <a:rPr lang="pt-BR" sz="2400" dirty="0" err="1">
                <a:latin typeface="Candara" panose="020E0502030303020204" pitchFamily="34" charset="0"/>
              </a:rPr>
              <a:t>s</a:t>
            </a:r>
            <a:r>
              <a:rPr lang="pt-BR" sz="2400" dirty="0">
                <a:latin typeface="Candara" panose="020E0502030303020204" pitchFamily="34" charset="0"/>
              </a:rPr>
              <a:t>;</a:t>
            </a:r>
          </a:p>
          <a:p>
            <a:pPr>
              <a:tabLst>
                <a:tab pos="346075" algn="l"/>
              </a:tabLst>
            </a:pPr>
            <a:r>
              <a:rPr lang="pt-BR" sz="2400" dirty="0" err="1">
                <a:latin typeface="Candara" panose="020E0502030303020204" pitchFamily="34" charset="0"/>
              </a:rPr>
              <a:t>sem_init</a:t>
            </a:r>
            <a:r>
              <a:rPr lang="pt-BR" sz="2400" dirty="0">
                <a:latin typeface="Candara" panose="020E0502030303020204" pitchFamily="34" charset="0"/>
              </a:rPr>
              <a:t>(&amp;</a:t>
            </a:r>
            <a:r>
              <a:rPr lang="pt-BR" sz="2400" dirty="0" err="1">
                <a:latin typeface="Candara" panose="020E0502030303020204" pitchFamily="34" charset="0"/>
              </a:rPr>
              <a:t>s</a:t>
            </a:r>
            <a:r>
              <a:rPr lang="pt-BR" sz="2400" dirty="0">
                <a:latin typeface="Candara" panose="020E0502030303020204" pitchFamily="34" charset="0"/>
              </a:rPr>
              <a:t>, 0, 1);</a:t>
            </a:r>
          </a:p>
          <a:p>
            <a:pPr>
              <a:tabLst>
                <a:tab pos="346075" algn="l"/>
              </a:tabLst>
            </a:pPr>
            <a:r>
              <a:rPr lang="en-US" sz="2400" dirty="0">
                <a:latin typeface="Candara" panose="020E0502030303020204" pitchFamily="34" charset="0"/>
              </a:rPr>
              <a:t>……</a:t>
            </a:r>
          </a:p>
          <a:p>
            <a:pPr eaLnBrk="0" hangingPunct="0">
              <a:tabLst>
                <a:tab pos="346075" algn="l"/>
              </a:tabLst>
            </a:pPr>
            <a:r>
              <a:rPr lang="en-US" sz="2400" dirty="0" err="1">
                <a:latin typeface="Candara" panose="020E0502030303020204" pitchFamily="34" charset="0"/>
              </a:rPr>
              <a:t>sem_wait</a:t>
            </a:r>
            <a:r>
              <a:rPr lang="en-US" sz="2400" dirty="0">
                <a:latin typeface="Candara" panose="020E0502030303020204" pitchFamily="34" charset="0"/>
              </a:rPr>
              <a:t>(&amp;s);</a:t>
            </a:r>
            <a:endParaRPr lang="en-US" sz="2400" dirty="0">
              <a:solidFill>
                <a:srgbClr val="FF0000"/>
              </a:solidFill>
              <a:latin typeface="Candara" panose="020E0502030303020204" pitchFamily="34" charset="0"/>
            </a:endParaRPr>
          </a:p>
          <a:p>
            <a:pPr eaLnBrk="0" hangingPunct="0">
              <a:tabLst>
                <a:tab pos="346075" algn="l"/>
              </a:tabLst>
            </a:pPr>
            <a:r>
              <a:rPr lang="en-US" sz="2400" dirty="0">
                <a:solidFill>
                  <a:schemeClr val="tx2"/>
                </a:solidFill>
                <a:latin typeface="Candara" panose="020E0502030303020204" pitchFamily="34" charset="0"/>
              </a:rPr>
              <a:t>// … critical section</a:t>
            </a:r>
          </a:p>
          <a:p>
            <a:pPr eaLnBrk="0" hangingPunct="0">
              <a:tabLst>
                <a:tab pos="346075" algn="l"/>
              </a:tabLst>
            </a:pPr>
            <a:r>
              <a:rPr lang="en-US" sz="2400" dirty="0" err="1">
                <a:latin typeface="Candara" panose="020E0502030303020204" pitchFamily="34" charset="0"/>
              </a:rPr>
              <a:t>sem_post</a:t>
            </a:r>
            <a:r>
              <a:rPr lang="en-US" sz="2400" dirty="0">
                <a:latin typeface="Candara" panose="020E0502030303020204" pitchFamily="34" charset="0"/>
              </a:rPr>
              <a:t>(&amp;s);</a:t>
            </a:r>
          </a:p>
          <a:p>
            <a:pPr eaLnBrk="0" hangingPunct="0">
              <a:tabLst>
                <a:tab pos="346075" algn="l"/>
              </a:tabLst>
            </a:pPr>
            <a:r>
              <a:rPr lang="en-US" sz="2400" dirty="0">
                <a:latin typeface="Candara" panose="020E0502030303020204" pitchFamily="34" charset="0"/>
              </a:rPr>
              <a:t>…</a:t>
            </a:r>
          </a:p>
        </p:txBody>
      </p:sp>
    </p:spTree>
    <p:extLst>
      <p:ext uri="{BB962C8B-B14F-4D97-AF65-F5344CB8AC3E}">
        <p14:creationId xmlns:p14="http://schemas.microsoft.com/office/powerpoint/2010/main" val="1242317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Use semaphore as condition variable: </a:t>
            </a:r>
            <a:br>
              <a:rPr lang="en-US" sz="3600" dirty="0"/>
            </a:br>
            <a:r>
              <a:rPr lang="en-US" sz="3600" dirty="0"/>
              <a:t>parent waiting for child</a:t>
            </a:r>
          </a:p>
        </p:txBody>
      </p:sp>
      <p:sp>
        <p:nvSpPr>
          <p:cNvPr id="4" name="Slide Number Placeholder 3"/>
          <p:cNvSpPr>
            <a:spLocks noGrp="1"/>
          </p:cNvSpPr>
          <p:nvPr>
            <p:ph type="sldNum" sz="quarter" idx="12"/>
          </p:nvPr>
        </p:nvSpPr>
        <p:spPr/>
        <p:txBody>
          <a:bodyPr/>
          <a:lstStyle/>
          <a:p>
            <a:pPr>
              <a:defRPr/>
            </a:pPr>
            <a:fld id="{3180BF52-1577-4121-93F0-891A1B819983}" type="slidenum">
              <a:rPr lang="en-US" smtClean="0"/>
              <a:pPr>
                <a:defRPr/>
              </a:pPr>
              <a:t>11</a:t>
            </a:fld>
            <a:endParaRPr lang="en-US" dirty="0"/>
          </a:p>
        </p:txBody>
      </p:sp>
      <p:sp>
        <p:nvSpPr>
          <p:cNvPr id="5" name="Rectangle 3"/>
          <p:cNvSpPr txBox="1">
            <a:spLocks noChangeArrowheads="1"/>
          </p:cNvSpPr>
          <p:nvPr/>
        </p:nvSpPr>
        <p:spPr bwMode="auto">
          <a:xfrm>
            <a:off x="2209800" y="1295400"/>
            <a:ext cx="5638800" cy="5257800"/>
          </a:xfrm>
          <a:prstGeom prst="rect">
            <a:avLst/>
          </a:prstGeom>
          <a:solidFill>
            <a:schemeClr val="bg1"/>
          </a:solidFill>
          <a:ln w="12700" cap="flat" algn="ctr">
            <a:solidFill>
              <a:schemeClr val="tx1"/>
            </a:solidFill>
            <a:miter lim="800000"/>
            <a:headEnd/>
            <a:tailEnd/>
          </a:ln>
          <a:effectLst>
            <a:outerShdw dist="107763" dir="2700000" algn="ctr" rotWithShape="0">
              <a:srgbClr val="B2B2B2">
                <a:alpha val="74997"/>
              </a:srgbClr>
            </a:outerShdw>
          </a:effectLst>
        </p:spPr>
        <p:txBody>
          <a:bodyPr vert="horz" wrap="none" lIns="91440" tIns="45720" rIns="91440" bIns="45720" numCol="1" anchor="t" anchorCtr="0" compatLnSpc="1">
            <a:prstTxWarp prst="textNoShape">
              <a:avLst/>
            </a:prstTxWarp>
          </a:bodyPr>
          <a:lstStyle>
            <a:lvl1pPr marL="342900" indent="-342900" algn="l" rtl="0" eaLnBrk="1" fontAlgn="base" hangingPunct="1">
              <a:lnSpc>
                <a:spcPct val="100000"/>
              </a:lnSpc>
              <a:spcBef>
                <a:spcPts val="1800"/>
              </a:spcBef>
              <a:spcAft>
                <a:spcPct val="0"/>
              </a:spcAft>
              <a:buClr>
                <a:schemeClr val="accent2"/>
              </a:buClr>
              <a:buSzPct val="85000"/>
              <a:buFont typeface="Wingdings" pitchFamily="2" charset="2"/>
              <a:buChar char="q"/>
              <a:defRPr sz="2800">
                <a:solidFill>
                  <a:schemeClr val="tx1"/>
                </a:solidFill>
                <a:latin typeface="+mn-lt"/>
                <a:ea typeface="ＭＳ Ｐゴシック" pitchFamily="-106" charset="-128"/>
                <a:cs typeface="ＭＳ Ｐゴシック" pitchFamily="-106" charset="-128"/>
              </a:defRPr>
            </a:lvl1pPr>
            <a:lvl2pPr marL="742950" indent="-285750" algn="l" rtl="0" eaLnBrk="1" fontAlgn="base" hangingPunct="1">
              <a:spcBef>
                <a:spcPct val="20000"/>
              </a:spcBef>
              <a:spcAft>
                <a:spcPct val="0"/>
              </a:spcAft>
              <a:buClr>
                <a:schemeClr val="accent2"/>
              </a:buClr>
              <a:buSzPct val="75000"/>
              <a:buFont typeface="Wingdings" pitchFamily="2" charset="2"/>
              <a:buChar char="v"/>
              <a:defRPr sz="2400">
                <a:solidFill>
                  <a:schemeClr val="tx1"/>
                </a:solidFill>
                <a:latin typeface="+mn-lt"/>
                <a:ea typeface="ＭＳ Ｐゴシック" pitchFamily="-106" charset="-128"/>
              </a:defRPr>
            </a:lvl2pPr>
            <a:lvl3pPr marL="1143000" indent="-228600" algn="l" rtl="0" eaLnBrk="1" fontAlgn="base" hangingPunct="1">
              <a:spcBef>
                <a:spcPct val="20000"/>
              </a:spcBef>
              <a:spcAft>
                <a:spcPct val="0"/>
              </a:spcAft>
              <a:buChar char="•"/>
              <a:defRPr sz="2000">
                <a:solidFill>
                  <a:schemeClr val="tx1"/>
                </a:solidFill>
                <a:latin typeface="+mn-lt"/>
                <a:ea typeface="ＭＳ Ｐゴシック" pitchFamily="-106" charset="-128"/>
              </a:defRPr>
            </a:lvl3pPr>
            <a:lvl4pPr marL="1600200" indent="-228600" algn="l" rtl="0" eaLnBrk="1" fontAlgn="base" hangingPunct="1">
              <a:spcBef>
                <a:spcPct val="20000"/>
              </a:spcBef>
              <a:spcAft>
                <a:spcPct val="0"/>
              </a:spcAft>
              <a:buChar char="–"/>
              <a:defRPr sz="2000">
                <a:solidFill>
                  <a:schemeClr val="tx1"/>
                </a:solidFill>
                <a:latin typeface="Times New Roman" pitchFamily="-106" charset="0"/>
                <a:ea typeface="ＭＳ Ｐゴシック" pitchFamily="-106" charset="-128"/>
              </a:defRPr>
            </a:lvl4pPr>
            <a:lvl5pPr marL="2057400" indent="-228600" algn="l" rtl="0" eaLnBrk="1" fontAlgn="base" hangingPunct="1">
              <a:spcBef>
                <a:spcPct val="20000"/>
              </a:spcBef>
              <a:spcAft>
                <a:spcPct val="0"/>
              </a:spcAft>
              <a:buChar char="»"/>
              <a:defRPr sz="2000">
                <a:solidFill>
                  <a:schemeClr val="tx1"/>
                </a:solidFill>
                <a:latin typeface="Times New Roman" pitchFamily="-106" charset="0"/>
                <a:ea typeface="ＭＳ Ｐゴシック" pitchFamily="-106" charset="-128"/>
              </a:defRPr>
            </a:lvl5pPr>
            <a:lvl6pPr marL="2514600" indent="-228600" algn="l" rtl="0" eaLnBrk="1" fontAlgn="base" hangingPunct="1">
              <a:spcBef>
                <a:spcPct val="20000"/>
              </a:spcBef>
              <a:spcAft>
                <a:spcPct val="0"/>
              </a:spcAft>
              <a:buChar char="»"/>
              <a:defRPr sz="2000">
                <a:solidFill>
                  <a:schemeClr val="tx1"/>
                </a:solidFill>
                <a:latin typeface="Times New Roman" pitchFamily="-106" charset="0"/>
                <a:ea typeface="ＭＳ Ｐゴシック" pitchFamily="-106" charset="-128"/>
              </a:defRPr>
            </a:lvl6pPr>
            <a:lvl7pPr marL="2971800" indent="-228600" algn="l" rtl="0" eaLnBrk="1" fontAlgn="base" hangingPunct="1">
              <a:spcBef>
                <a:spcPct val="20000"/>
              </a:spcBef>
              <a:spcAft>
                <a:spcPct val="0"/>
              </a:spcAft>
              <a:buChar char="»"/>
              <a:defRPr sz="2000">
                <a:solidFill>
                  <a:schemeClr val="tx1"/>
                </a:solidFill>
                <a:latin typeface="Times New Roman" pitchFamily="-106" charset="0"/>
                <a:ea typeface="ＭＳ Ｐゴシック" pitchFamily="-106" charset="-128"/>
              </a:defRPr>
            </a:lvl7pPr>
            <a:lvl8pPr marL="3429000" indent="-228600" algn="l" rtl="0" eaLnBrk="1" fontAlgn="base" hangingPunct="1">
              <a:spcBef>
                <a:spcPct val="20000"/>
              </a:spcBef>
              <a:spcAft>
                <a:spcPct val="0"/>
              </a:spcAft>
              <a:buChar char="»"/>
              <a:defRPr sz="2000">
                <a:solidFill>
                  <a:schemeClr val="tx1"/>
                </a:solidFill>
                <a:latin typeface="Times New Roman" pitchFamily="-106" charset="0"/>
                <a:ea typeface="ＭＳ Ｐゴシック" pitchFamily="-106" charset="-128"/>
              </a:defRPr>
            </a:lvl8pPr>
            <a:lvl9pPr marL="3886200" indent="-228600" algn="l" rtl="0" eaLnBrk="1" fontAlgn="base" hangingPunct="1">
              <a:spcBef>
                <a:spcPct val="20000"/>
              </a:spcBef>
              <a:spcAft>
                <a:spcPct val="0"/>
              </a:spcAft>
              <a:buChar char="»"/>
              <a:defRPr sz="2000">
                <a:solidFill>
                  <a:schemeClr val="tx1"/>
                </a:solidFill>
                <a:latin typeface="Times New Roman" pitchFamily="-106" charset="0"/>
                <a:ea typeface="ＭＳ Ｐゴシック" pitchFamily="-106" charset="-128"/>
              </a:defRPr>
            </a:lvl9pPr>
          </a:lstStyle>
          <a:p>
            <a:pPr marL="0" indent="0">
              <a:spcBef>
                <a:spcPct val="0"/>
              </a:spcBef>
              <a:buClrTx/>
              <a:buSzTx/>
              <a:buNone/>
              <a:tabLst>
                <a:tab pos="460375" algn="l"/>
              </a:tabLst>
              <a:defRPr/>
            </a:pPr>
            <a:r>
              <a:rPr lang="en-US" sz="2000" dirty="0" err="1">
                <a:solidFill>
                  <a:srgbClr val="000000"/>
                </a:solidFill>
                <a:latin typeface="Candara" panose="020E0502030303020204" pitchFamily="34" charset="0"/>
                <a:ea typeface="ＭＳ Ｐゴシック" pitchFamily="34" charset="-128"/>
              </a:rPr>
              <a:t>sem_t</a:t>
            </a:r>
            <a:r>
              <a:rPr lang="en-US" sz="2000" dirty="0">
                <a:solidFill>
                  <a:srgbClr val="000000"/>
                </a:solidFill>
                <a:latin typeface="Candara" panose="020E0502030303020204" pitchFamily="34" charset="0"/>
                <a:ea typeface="ＭＳ Ｐゴシック" pitchFamily="34" charset="-128"/>
              </a:rPr>
              <a:t> s;</a:t>
            </a:r>
          </a:p>
          <a:p>
            <a:pPr marL="0" indent="0">
              <a:spcBef>
                <a:spcPct val="0"/>
              </a:spcBef>
              <a:buClrTx/>
              <a:buSzTx/>
              <a:buNone/>
              <a:tabLst>
                <a:tab pos="460375" algn="l"/>
              </a:tabLst>
              <a:defRPr/>
            </a:pPr>
            <a:endParaRPr lang="en-US" sz="2000" dirty="0">
              <a:solidFill>
                <a:srgbClr val="000000"/>
              </a:solidFill>
              <a:latin typeface="Candara" panose="020E0502030303020204" pitchFamily="34" charset="0"/>
              <a:ea typeface="ＭＳ Ｐゴシック" pitchFamily="34" charset="-128"/>
            </a:endParaRP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void * child(void *</a:t>
            </a:r>
            <a:r>
              <a:rPr lang="en-US" sz="2000" dirty="0" err="1">
                <a:solidFill>
                  <a:srgbClr val="000000"/>
                </a:solidFill>
                <a:latin typeface="Candara" panose="020E0502030303020204" pitchFamily="34" charset="0"/>
                <a:ea typeface="ＭＳ Ｐゴシック" pitchFamily="34" charset="-128"/>
              </a:rPr>
              <a:t>arg</a:t>
            </a:r>
            <a:r>
              <a:rPr lang="en-US" sz="2000" dirty="0">
                <a:solidFill>
                  <a:srgbClr val="000000"/>
                </a:solidFill>
                <a:latin typeface="Candara" panose="020E0502030303020204" pitchFamily="34" charset="0"/>
                <a:ea typeface="ＭＳ Ｐゴシック" pitchFamily="34" charset="-128"/>
              </a:rPr>
              <a:t>) {</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	</a:t>
            </a:r>
            <a:r>
              <a:rPr lang="en-US" sz="2000" dirty="0" err="1">
                <a:solidFill>
                  <a:srgbClr val="000000"/>
                </a:solidFill>
                <a:latin typeface="Candara" panose="020E0502030303020204" pitchFamily="34" charset="0"/>
                <a:ea typeface="ＭＳ Ｐゴシック" pitchFamily="34" charset="-128"/>
              </a:rPr>
              <a:t>printf</a:t>
            </a:r>
            <a:r>
              <a:rPr lang="en-US" sz="2000" dirty="0">
                <a:solidFill>
                  <a:srgbClr val="000000"/>
                </a:solidFill>
                <a:latin typeface="Candara" panose="020E0502030303020204" pitchFamily="34" charset="0"/>
                <a:ea typeface="ＭＳ Ｐゴシック" pitchFamily="34" charset="-128"/>
              </a:rPr>
              <a:t>("child\n");</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	</a:t>
            </a:r>
            <a:r>
              <a:rPr lang="en-US" sz="2000" dirty="0" err="1">
                <a:solidFill>
                  <a:srgbClr val="000000"/>
                </a:solidFill>
                <a:latin typeface="Candara" panose="020E0502030303020204" pitchFamily="34" charset="0"/>
                <a:ea typeface="ＭＳ Ｐゴシック" pitchFamily="34" charset="-128"/>
              </a:rPr>
              <a:t>sem_post</a:t>
            </a:r>
            <a:r>
              <a:rPr lang="en-US" sz="2000" dirty="0">
                <a:solidFill>
                  <a:srgbClr val="000000"/>
                </a:solidFill>
                <a:latin typeface="Candara" panose="020E0502030303020204" pitchFamily="34" charset="0"/>
                <a:ea typeface="ＭＳ Ｐゴシック" pitchFamily="34" charset="-128"/>
              </a:rPr>
              <a:t>(&amp;s);</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	return NULL;</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a:t>
            </a:r>
          </a:p>
          <a:p>
            <a:pPr marL="0" indent="0">
              <a:spcBef>
                <a:spcPct val="0"/>
              </a:spcBef>
              <a:buClrTx/>
              <a:buSzTx/>
              <a:buNone/>
              <a:tabLst>
                <a:tab pos="460375" algn="l"/>
              </a:tabLst>
              <a:defRPr/>
            </a:pPr>
            <a:endParaRPr lang="en-US" sz="2000" dirty="0">
              <a:solidFill>
                <a:srgbClr val="000000"/>
              </a:solidFill>
              <a:latin typeface="Candara" panose="020E0502030303020204" pitchFamily="34" charset="0"/>
              <a:ea typeface="ＭＳ Ｐゴシック" pitchFamily="34" charset="-128"/>
            </a:endParaRPr>
          </a:p>
          <a:p>
            <a:pPr marL="0" indent="0">
              <a:spcBef>
                <a:spcPct val="0"/>
              </a:spcBef>
              <a:buClrTx/>
              <a:buSzTx/>
              <a:buNone/>
              <a:tabLst>
                <a:tab pos="460375" algn="l"/>
              </a:tabLst>
              <a:defRPr/>
            </a:pPr>
            <a:r>
              <a:rPr lang="en-US" sz="2000" dirty="0" err="1">
                <a:solidFill>
                  <a:srgbClr val="000000"/>
                </a:solidFill>
                <a:latin typeface="Candara" panose="020E0502030303020204" pitchFamily="34" charset="0"/>
                <a:ea typeface="ＭＳ Ｐゴシック" pitchFamily="34" charset="-128"/>
              </a:rPr>
              <a:t>int</a:t>
            </a:r>
            <a:r>
              <a:rPr lang="en-US" sz="2000" dirty="0">
                <a:solidFill>
                  <a:srgbClr val="000000"/>
                </a:solidFill>
                <a:latin typeface="Candara" panose="020E0502030303020204" pitchFamily="34" charset="0"/>
                <a:ea typeface="ＭＳ Ｐゴシック" pitchFamily="34" charset="-128"/>
              </a:rPr>
              <a:t> main(</a:t>
            </a:r>
            <a:r>
              <a:rPr lang="en-US" sz="2000" dirty="0" err="1">
                <a:solidFill>
                  <a:srgbClr val="000000"/>
                </a:solidFill>
                <a:latin typeface="Candara" panose="020E0502030303020204" pitchFamily="34" charset="0"/>
                <a:ea typeface="ＭＳ Ｐゴシック" pitchFamily="34" charset="-128"/>
              </a:rPr>
              <a:t>int</a:t>
            </a:r>
            <a:r>
              <a:rPr lang="en-US" sz="2000" dirty="0">
                <a:solidFill>
                  <a:srgbClr val="000000"/>
                </a:solidFill>
                <a:latin typeface="Candara" panose="020E0502030303020204" pitchFamily="34" charset="0"/>
                <a:ea typeface="ＭＳ Ｐゴシック" pitchFamily="34" charset="-128"/>
              </a:rPr>
              <a:t> </a:t>
            </a:r>
            <a:r>
              <a:rPr lang="en-US" sz="2000" dirty="0" err="1">
                <a:solidFill>
                  <a:srgbClr val="000000"/>
                </a:solidFill>
                <a:latin typeface="Candara" panose="020E0502030303020204" pitchFamily="34" charset="0"/>
                <a:ea typeface="ＭＳ Ｐゴシック" pitchFamily="34" charset="-128"/>
              </a:rPr>
              <a:t>argc</a:t>
            </a:r>
            <a:r>
              <a:rPr lang="en-US" sz="2000" dirty="0">
                <a:solidFill>
                  <a:srgbClr val="000000"/>
                </a:solidFill>
                <a:latin typeface="Candara" panose="020E0502030303020204" pitchFamily="34" charset="0"/>
                <a:ea typeface="ＭＳ Ｐゴシック" pitchFamily="34" charset="-128"/>
              </a:rPr>
              <a:t>, char *</a:t>
            </a:r>
            <a:r>
              <a:rPr lang="en-US" sz="2000" dirty="0" err="1">
                <a:solidFill>
                  <a:srgbClr val="000000"/>
                </a:solidFill>
                <a:latin typeface="Candara" panose="020E0502030303020204" pitchFamily="34" charset="0"/>
                <a:ea typeface="ＭＳ Ｐゴシック" pitchFamily="34" charset="-128"/>
              </a:rPr>
              <a:t>argv</a:t>
            </a:r>
            <a:r>
              <a:rPr lang="en-US" sz="2000" dirty="0">
                <a:solidFill>
                  <a:srgbClr val="000000"/>
                </a:solidFill>
                <a:latin typeface="Candara" panose="020E0502030303020204" pitchFamily="34" charset="0"/>
                <a:ea typeface="ＭＳ Ｐゴシック" pitchFamily="34" charset="-128"/>
              </a:rPr>
              <a:t>[]) {</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	</a:t>
            </a:r>
            <a:r>
              <a:rPr lang="en-US" sz="2000" dirty="0" err="1">
                <a:solidFill>
                  <a:srgbClr val="000000"/>
                </a:solidFill>
                <a:latin typeface="Candara" panose="020E0502030303020204" pitchFamily="34" charset="0"/>
                <a:ea typeface="ＭＳ Ｐゴシック" pitchFamily="34" charset="-128"/>
              </a:rPr>
              <a:t>sem_init</a:t>
            </a:r>
            <a:r>
              <a:rPr lang="en-US" sz="2000" dirty="0">
                <a:solidFill>
                  <a:srgbClr val="000000"/>
                </a:solidFill>
                <a:latin typeface="Candara" panose="020E0502030303020204" pitchFamily="34" charset="0"/>
                <a:ea typeface="ＭＳ Ｐゴシック" pitchFamily="34" charset="-128"/>
              </a:rPr>
              <a:t>(&amp;s, 0, X); </a:t>
            </a:r>
            <a:r>
              <a:rPr lang="en-US" sz="2000" dirty="0">
                <a:solidFill>
                  <a:srgbClr val="FF0000"/>
                </a:solidFill>
                <a:latin typeface="Candara" panose="020E0502030303020204" pitchFamily="34" charset="0"/>
                <a:ea typeface="ＭＳ Ｐゴシック" pitchFamily="34" charset="-128"/>
              </a:rPr>
              <a:t>// what should X be? </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	</a:t>
            </a:r>
            <a:r>
              <a:rPr lang="en-US" sz="2000" dirty="0" err="1">
                <a:solidFill>
                  <a:srgbClr val="000000"/>
                </a:solidFill>
                <a:latin typeface="Candara" panose="020E0502030303020204" pitchFamily="34" charset="0"/>
                <a:ea typeface="ＭＳ Ｐゴシック" pitchFamily="34" charset="-128"/>
              </a:rPr>
              <a:t>printf</a:t>
            </a:r>
            <a:r>
              <a:rPr lang="en-US" sz="2000" dirty="0">
                <a:solidFill>
                  <a:srgbClr val="000000"/>
                </a:solidFill>
                <a:latin typeface="Candara" panose="020E0502030303020204" pitchFamily="34" charset="0"/>
                <a:ea typeface="ＭＳ Ｐゴシック" pitchFamily="34" charset="-128"/>
              </a:rPr>
              <a:t>("parent: begin\n");</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	</a:t>
            </a:r>
            <a:r>
              <a:rPr lang="en-US" sz="2000" dirty="0" err="1">
                <a:solidFill>
                  <a:srgbClr val="000000"/>
                </a:solidFill>
                <a:latin typeface="Candara" panose="020E0502030303020204" pitchFamily="34" charset="0"/>
                <a:ea typeface="ＭＳ Ｐゴシック" pitchFamily="34" charset="-128"/>
              </a:rPr>
              <a:t>pthread_t</a:t>
            </a:r>
            <a:r>
              <a:rPr lang="en-US" sz="2000" dirty="0">
                <a:solidFill>
                  <a:srgbClr val="000000"/>
                </a:solidFill>
                <a:latin typeface="Candara" panose="020E0502030303020204" pitchFamily="34" charset="0"/>
                <a:ea typeface="ＭＳ Ｐゴシック" pitchFamily="34" charset="-128"/>
              </a:rPr>
              <a:t> c;</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	</a:t>
            </a:r>
            <a:r>
              <a:rPr lang="en-US" sz="2000" dirty="0" err="1">
                <a:solidFill>
                  <a:srgbClr val="000000"/>
                </a:solidFill>
                <a:latin typeface="Candara" panose="020E0502030303020204" pitchFamily="34" charset="0"/>
                <a:ea typeface="ＭＳ Ｐゴシック" pitchFamily="34" charset="-128"/>
              </a:rPr>
              <a:t>pthread_create</a:t>
            </a:r>
            <a:r>
              <a:rPr lang="en-US" sz="2000" dirty="0">
                <a:solidFill>
                  <a:srgbClr val="000000"/>
                </a:solidFill>
                <a:latin typeface="Candara" panose="020E0502030303020204" pitchFamily="34" charset="0"/>
                <a:ea typeface="ＭＳ Ｐゴシック" pitchFamily="34" charset="-128"/>
              </a:rPr>
              <a:t>(c, NULL, child, NULL); </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	</a:t>
            </a:r>
            <a:r>
              <a:rPr lang="en-US" sz="2000" dirty="0" err="1">
                <a:solidFill>
                  <a:srgbClr val="000000"/>
                </a:solidFill>
                <a:latin typeface="Candara" panose="020E0502030303020204" pitchFamily="34" charset="0"/>
                <a:ea typeface="ＭＳ Ｐゴシック" pitchFamily="34" charset="-128"/>
              </a:rPr>
              <a:t>sem_wait</a:t>
            </a:r>
            <a:r>
              <a:rPr lang="en-US" sz="2000" dirty="0">
                <a:solidFill>
                  <a:srgbClr val="000000"/>
                </a:solidFill>
                <a:latin typeface="Candara" panose="020E0502030303020204" pitchFamily="34" charset="0"/>
                <a:ea typeface="ＭＳ Ｐゴシック" pitchFamily="34" charset="-128"/>
              </a:rPr>
              <a:t>(&amp;s);</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    	</a:t>
            </a:r>
            <a:r>
              <a:rPr lang="en-US" sz="2000" dirty="0" err="1">
                <a:solidFill>
                  <a:srgbClr val="000000"/>
                </a:solidFill>
                <a:latin typeface="Candara" panose="020E0502030303020204" pitchFamily="34" charset="0"/>
                <a:ea typeface="ＭＳ Ｐゴシック" pitchFamily="34" charset="-128"/>
              </a:rPr>
              <a:t>printf</a:t>
            </a:r>
            <a:r>
              <a:rPr lang="en-US" sz="2000" dirty="0">
                <a:solidFill>
                  <a:srgbClr val="000000"/>
                </a:solidFill>
                <a:latin typeface="Candara" panose="020E0502030303020204" pitchFamily="34" charset="0"/>
                <a:ea typeface="ＭＳ Ｐゴシック" pitchFamily="34" charset="-128"/>
              </a:rPr>
              <a:t>("parent: end\n");</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	return 0;</a:t>
            </a:r>
          </a:p>
          <a:p>
            <a:pPr marL="0" indent="0">
              <a:spcBef>
                <a:spcPct val="0"/>
              </a:spcBef>
              <a:buClrTx/>
              <a:buSzTx/>
              <a:buNone/>
              <a:tabLst>
                <a:tab pos="460375" algn="l"/>
              </a:tabLst>
              <a:defRPr/>
            </a:pPr>
            <a:r>
              <a:rPr lang="en-US" sz="2000" dirty="0">
                <a:solidFill>
                  <a:srgbClr val="000000"/>
                </a:solidFill>
                <a:latin typeface="Candara" panose="020E0502030303020204" pitchFamily="34" charset="0"/>
                <a:ea typeface="ＭＳ Ｐゴシック" pitchFamily="34" charset="-128"/>
              </a:rPr>
              <a:t>}</a:t>
            </a:r>
          </a:p>
        </p:txBody>
      </p:sp>
      <p:sp>
        <p:nvSpPr>
          <p:cNvPr id="6" name="Rectangle 5"/>
          <p:cNvSpPr/>
          <p:nvPr/>
        </p:nvSpPr>
        <p:spPr>
          <a:xfrm>
            <a:off x="8229600" y="3505201"/>
            <a:ext cx="1828800" cy="1015663"/>
          </a:xfrm>
          <a:prstGeom prst="rect">
            <a:avLst/>
          </a:prstGeom>
          <a:solidFill>
            <a:srgbClr val="DDDDDD"/>
          </a:solidFill>
        </p:spPr>
        <p:txBody>
          <a:bodyPr wrap="square">
            <a:spAutoFit/>
          </a:bodyPr>
          <a:lstStyle/>
          <a:p>
            <a:r>
              <a:rPr lang="en-US" sz="2000" dirty="0">
                <a:latin typeface="Candara" panose="020E0502030303020204" pitchFamily="34" charset="0"/>
              </a:rPr>
              <a:t>parent: begin</a:t>
            </a:r>
          </a:p>
          <a:p>
            <a:r>
              <a:rPr lang="en-US" sz="2000" dirty="0">
                <a:latin typeface="Candara" panose="020E0502030303020204" pitchFamily="34" charset="0"/>
              </a:rPr>
              <a:t>child</a:t>
            </a:r>
          </a:p>
          <a:p>
            <a:r>
              <a:rPr lang="en-US" sz="2000" dirty="0">
                <a:latin typeface="Candara" panose="020E0502030303020204" pitchFamily="34" charset="0"/>
              </a:rPr>
              <a:t>parent: end</a:t>
            </a:r>
          </a:p>
        </p:txBody>
      </p:sp>
      <p:sp>
        <p:nvSpPr>
          <p:cNvPr id="7" name="TextBox 6"/>
          <p:cNvSpPr txBox="1"/>
          <p:nvPr/>
        </p:nvSpPr>
        <p:spPr>
          <a:xfrm>
            <a:off x="8143126" y="2895600"/>
            <a:ext cx="2372475" cy="400110"/>
          </a:xfrm>
          <a:prstGeom prst="rect">
            <a:avLst/>
          </a:prstGeom>
          <a:noFill/>
        </p:spPr>
        <p:txBody>
          <a:bodyPr wrap="square" rtlCol="0">
            <a:spAutoFit/>
          </a:bodyPr>
          <a:lstStyle/>
          <a:p>
            <a:r>
              <a:rPr lang="en-US" sz="2000" dirty="0">
                <a:latin typeface="Candara" panose="020E0502030303020204" pitchFamily="34" charset="0"/>
              </a:rPr>
              <a:t>Expected output</a:t>
            </a:r>
          </a:p>
        </p:txBody>
      </p:sp>
      <p:sp>
        <p:nvSpPr>
          <p:cNvPr id="8" name="TextBox 7"/>
          <p:cNvSpPr txBox="1"/>
          <p:nvPr/>
        </p:nvSpPr>
        <p:spPr>
          <a:xfrm>
            <a:off x="8153401" y="4629090"/>
            <a:ext cx="2372475" cy="400110"/>
          </a:xfrm>
          <a:prstGeom prst="rect">
            <a:avLst/>
          </a:prstGeom>
          <a:noFill/>
        </p:spPr>
        <p:txBody>
          <a:bodyPr wrap="square" rtlCol="0">
            <a:spAutoFit/>
          </a:bodyPr>
          <a:lstStyle/>
          <a:p>
            <a:r>
              <a:rPr lang="en-US" sz="2000" dirty="0">
                <a:solidFill>
                  <a:srgbClr val="FF0000"/>
                </a:solidFill>
                <a:latin typeface="Candara" panose="020E0502030303020204" pitchFamily="34" charset="0"/>
              </a:rPr>
              <a:t>X=0</a:t>
            </a:r>
          </a:p>
        </p:txBody>
      </p:sp>
    </p:spTree>
    <p:extLst>
      <p:ext uri="{BB962C8B-B14F-4D97-AF65-F5344CB8AC3E}">
        <p14:creationId xmlns:p14="http://schemas.microsoft.com/office/powerpoint/2010/main" val="345666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Outline</a:t>
            </a:r>
          </a:p>
        </p:txBody>
      </p:sp>
      <p:sp>
        <p:nvSpPr>
          <p:cNvPr id="6" name="Content Placeholder 5"/>
          <p:cNvSpPr>
            <a:spLocks noGrp="1"/>
          </p:cNvSpPr>
          <p:nvPr>
            <p:ph idx="1"/>
          </p:nvPr>
        </p:nvSpPr>
        <p:spPr/>
        <p:txBody>
          <a:bodyPr/>
          <a:lstStyle/>
          <a:p>
            <a:r>
              <a:rPr lang="en-US" dirty="0">
                <a:ea typeface="ＭＳ Ｐゴシック" pitchFamily="34" charset="-128"/>
              </a:rPr>
              <a:t>Basics</a:t>
            </a:r>
          </a:p>
          <a:p>
            <a:r>
              <a:rPr lang="en-US" dirty="0">
                <a:solidFill>
                  <a:srgbClr val="000000"/>
                </a:solidFill>
                <a:ea typeface="ＭＳ Ｐゴシック" pitchFamily="34" charset="-128"/>
              </a:rPr>
              <a:t>Use semaphore</a:t>
            </a:r>
          </a:p>
          <a:p>
            <a:r>
              <a:rPr lang="en-US" dirty="0">
                <a:solidFill>
                  <a:srgbClr val="FF0000"/>
                </a:solidFill>
                <a:ea typeface="ＭＳ Ｐゴシック" pitchFamily="34" charset="-128"/>
              </a:rPr>
              <a:t>Three classical questions</a:t>
            </a:r>
            <a:endParaRPr lang="en-US" dirty="0">
              <a:solidFill>
                <a:srgbClr val="FF0000"/>
              </a:solidFill>
            </a:endParaRPr>
          </a:p>
        </p:txBody>
      </p:sp>
      <p:sp>
        <p:nvSpPr>
          <p:cNvPr id="3" name="Slide Number Placeholder 2"/>
          <p:cNvSpPr>
            <a:spLocks noGrp="1"/>
          </p:cNvSpPr>
          <p:nvPr>
            <p:ph type="sldNum" sz="quarter" idx="12"/>
          </p:nvPr>
        </p:nvSpPr>
        <p:spPr/>
        <p:txBody>
          <a:bodyPr/>
          <a:lstStyle/>
          <a:p>
            <a:pPr>
              <a:defRPr/>
            </a:pPr>
            <a:fld id="{3180BF52-1577-4121-93F0-891A1B819983}" type="slidenum">
              <a:rPr lang="en-US" smtClean="0"/>
              <a:pPr>
                <a:defRPr/>
              </a:pPr>
              <a:t>12</a:t>
            </a:fld>
            <a:endParaRPr lang="en-US" dirty="0"/>
          </a:p>
        </p:txBody>
      </p:sp>
    </p:spTree>
    <p:extLst>
      <p:ext uri="{BB962C8B-B14F-4D97-AF65-F5344CB8AC3E}">
        <p14:creationId xmlns:p14="http://schemas.microsoft.com/office/powerpoint/2010/main" val="2946769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027"/>
          <p:cNvSpPr>
            <a:spLocks noGrp="1" noChangeArrowheads="1"/>
          </p:cNvSpPr>
          <p:nvPr>
            <p:ph type="title"/>
          </p:nvPr>
        </p:nvSpPr>
        <p:spPr/>
        <p:txBody>
          <a:bodyPr>
            <a:normAutofit fontScale="90000"/>
          </a:bodyPr>
          <a:lstStyle/>
          <a:p>
            <a:r>
              <a:rPr lang="en-US" dirty="0"/>
              <a:t>Bounded buffer problem </a:t>
            </a:r>
            <a:br>
              <a:rPr lang="en-US" dirty="0"/>
            </a:br>
            <a:r>
              <a:rPr lang="en-US" dirty="0"/>
              <a:t>(multiple producer/consumer)</a:t>
            </a:r>
          </a:p>
        </p:txBody>
      </p:sp>
      <p:sp>
        <p:nvSpPr>
          <p:cNvPr id="31746" name="Rectangle 1028"/>
          <p:cNvSpPr>
            <a:spLocks noGrp="1" noChangeArrowheads="1"/>
          </p:cNvSpPr>
          <p:nvPr>
            <p:ph idx="1"/>
          </p:nvPr>
        </p:nvSpPr>
        <p:spPr/>
        <p:txBody>
          <a:bodyPr>
            <a:normAutofit fontScale="92500"/>
          </a:bodyPr>
          <a:lstStyle/>
          <a:p>
            <a:r>
              <a:rPr lang="en-US" dirty="0"/>
              <a:t>Imagine one or more producer threads and one or more consumer threads. </a:t>
            </a:r>
          </a:p>
          <a:p>
            <a:r>
              <a:rPr lang="en-US" dirty="0"/>
              <a:t>Producers produce data items and wish to place them in a buffer.</a:t>
            </a:r>
          </a:p>
          <a:p>
            <a:r>
              <a:rPr lang="en-US" dirty="0"/>
              <a:t>Consumers grab data items out of the buffer consume the data in some way. </a:t>
            </a:r>
          </a:p>
          <a:p>
            <a:r>
              <a:rPr lang="en-US" dirty="0"/>
              <a:t>Example (a multi-threaded web server)</a:t>
            </a:r>
          </a:p>
          <a:p>
            <a:pPr lvl="1"/>
            <a:r>
              <a:rPr lang="en-US" dirty="0"/>
              <a:t>A producer puts HTTP requests into a work queue (i.e., the bounded buffer); </a:t>
            </a:r>
          </a:p>
          <a:p>
            <a:pPr lvl="1"/>
            <a:r>
              <a:rPr lang="en-US" dirty="0"/>
              <a:t>Consumer threads take requests out of this queue and process them. </a:t>
            </a:r>
          </a:p>
        </p:txBody>
      </p:sp>
      <p:sp>
        <p:nvSpPr>
          <p:cNvPr id="2" name="Slide Number Placeholder 1"/>
          <p:cNvSpPr>
            <a:spLocks noGrp="1"/>
          </p:cNvSpPr>
          <p:nvPr>
            <p:ph type="sldNum" sz="quarter" idx="12"/>
          </p:nvPr>
        </p:nvSpPr>
        <p:spPr/>
        <p:txBody>
          <a:bodyPr/>
          <a:lstStyle/>
          <a:p>
            <a:fld id="{3180BF52-1577-4121-93F0-891A1B819983}" type="slidenum">
              <a:rPr lang="en-US" smtClean="0"/>
              <a:pPr/>
              <a:t>13</a:t>
            </a:fld>
            <a:endParaRPr lang="en-US" dirty="0"/>
          </a:p>
        </p:txBody>
      </p:sp>
      <p:sp>
        <p:nvSpPr>
          <p:cNvPr id="31748" name="Rectangle 1026"/>
          <p:cNvSpPr>
            <a:spLocks noChangeArrowheads="1"/>
          </p:cNvSpPr>
          <p:nvPr/>
        </p:nvSpPr>
        <p:spPr bwMode="auto">
          <a:xfrm>
            <a:off x="4016375" y="3246438"/>
            <a:ext cx="184150" cy="366712"/>
          </a:xfrm>
          <a:prstGeom prst="rect">
            <a:avLst/>
          </a:prstGeom>
          <a:noFill/>
          <a:ln w="9525">
            <a:noFill/>
            <a:miter lim="800000"/>
            <a:headEnd/>
            <a:tailEnd/>
          </a:ln>
        </p:spPr>
        <p:txBody>
          <a:bodyPr wrap="none">
            <a:spAutoFit/>
          </a:bodyPr>
          <a:lstStyle/>
          <a:p>
            <a:pPr eaLnBrk="0" hangingPunct="0"/>
            <a:endParaRPr kumimoji="1" lang="en-US">
              <a:latin typeface="Helvetica"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027"/>
          <p:cNvSpPr>
            <a:spLocks noGrp="1" noChangeArrowheads="1"/>
          </p:cNvSpPr>
          <p:nvPr>
            <p:ph type="title"/>
          </p:nvPr>
        </p:nvSpPr>
        <p:spPr/>
        <p:txBody>
          <a:bodyPr/>
          <a:lstStyle/>
          <a:p>
            <a:r>
              <a:rPr lang="en-US" dirty="0"/>
              <a:t>Design</a:t>
            </a:r>
          </a:p>
        </p:txBody>
      </p:sp>
      <p:sp>
        <p:nvSpPr>
          <p:cNvPr id="31746" name="Rectangle 1028"/>
          <p:cNvSpPr>
            <a:spLocks noGrp="1" noChangeArrowheads="1"/>
          </p:cNvSpPr>
          <p:nvPr>
            <p:ph idx="1"/>
          </p:nvPr>
        </p:nvSpPr>
        <p:spPr/>
        <p:txBody>
          <a:bodyPr/>
          <a:lstStyle/>
          <a:p>
            <a:r>
              <a:rPr lang="en-US" dirty="0"/>
              <a:t>Implementing a queue with an array</a:t>
            </a:r>
          </a:p>
          <a:p>
            <a:r>
              <a:rPr lang="en-US" dirty="0"/>
              <a:t>Produce</a:t>
            </a:r>
          </a:p>
          <a:p>
            <a:pPr lvl="1"/>
            <a:r>
              <a:rPr lang="en-US" dirty="0"/>
              <a:t>Enqueue </a:t>
            </a:r>
          </a:p>
          <a:p>
            <a:r>
              <a:rPr lang="en-US" dirty="0"/>
              <a:t>Consume</a:t>
            </a:r>
          </a:p>
          <a:p>
            <a:pPr lvl="1"/>
            <a:r>
              <a:rPr lang="en-US" dirty="0"/>
              <a:t>Dequeue</a:t>
            </a:r>
          </a:p>
        </p:txBody>
      </p:sp>
      <p:sp>
        <p:nvSpPr>
          <p:cNvPr id="2" name="Slide Number Placeholder 1"/>
          <p:cNvSpPr>
            <a:spLocks noGrp="1"/>
          </p:cNvSpPr>
          <p:nvPr>
            <p:ph type="sldNum" sz="quarter" idx="12"/>
          </p:nvPr>
        </p:nvSpPr>
        <p:spPr/>
        <p:txBody>
          <a:bodyPr/>
          <a:lstStyle/>
          <a:p>
            <a:fld id="{3180BF52-1577-4121-93F0-891A1B819983}" type="slidenum">
              <a:rPr lang="en-US" smtClean="0"/>
              <a:pPr/>
              <a:t>14</a:t>
            </a:fld>
            <a:endParaRPr lang="en-US" dirty="0"/>
          </a:p>
        </p:txBody>
      </p:sp>
      <p:sp>
        <p:nvSpPr>
          <p:cNvPr id="31748" name="Rectangle 1026"/>
          <p:cNvSpPr>
            <a:spLocks noChangeArrowheads="1"/>
          </p:cNvSpPr>
          <p:nvPr/>
        </p:nvSpPr>
        <p:spPr bwMode="auto">
          <a:xfrm>
            <a:off x="4016375" y="3246438"/>
            <a:ext cx="184150" cy="366712"/>
          </a:xfrm>
          <a:prstGeom prst="rect">
            <a:avLst/>
          </a:prstGeom>
          <a:noFill/>
          <a:ln w="9525">
            <a:noFill/>
            <a:miter lim="800000"/>
            <a:headEnd/>
            <a:tailEnd/>
          </a:ln>
        </p:spPr>
        <p:txBody>
          <a:bodyPr wrap="none">
            <a:spAutoFit/>
          </a:bodyPr>
          <a:lstStyle/>
          <a:p>
            <a:pPr eaLnBrk="0" hangingPunct="0"/>
            <a:endParaRPr kumimoji="1" lang="en-US">
              <a:latin typeface="Helvetica" pitchFamily="34" charset="0"/>
            </a:endParaRPr>
          </a:p>
        </p:txBody>
      </p:sp>
    </p:spTree>
    <p:extLst>
      <p:ext uri="{BB962C8B-B14F-4D97-AF65-F5344CB8AC3E}">
        <p14:creationId xmlns:p14="http://schemas.microsoft.com/office/powerpoint/2010/main" val="4123704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ChangeArrowheads="1"/>
          </p:cNvSpPr>
          <p:nvPr>
            <p:ph type="title"/>
          </p:nvPr>
        </p:nvSpPr>
        <p:spPr/>
        <p:txBody>
          <a:bodyPr/>
          <a:lstStyle/>
          <a:p>
            <a:pPr eaLnBrk="1" hangingPunct="1"/>
            <a:r>
              <a:rPr lang="en-US" dirty="0">
                <a:ea typeface="ＭＳ Ｐゴシック" pitchFamily="34" charset="-128"/>
              </a:rPr>
              <a:t>Example</a:t>
            </a:r>
          </a:p>
        </p:txBody>
      </p:sp>
      <p:sp>
        <p:nvSpPr>
          <p:cNvPr id="2" name="Slide Number Placeholder 1"/>
          <p:cNvSpPr>
            <a:spLocks noGrp="1"/>
          </p:cNvSpPr>
          <p:nvPr>
            <p:ph type="sldNum" sz="quarter" idx="12"/>
          </p:nvPr>
        </p:nvSpPr>
        <p:spPr/>
        <p:txBody>
          <a:bodyPr/>
          <a:lstStyle/>
          <a:p>
            <a:pPr>
              <a:defRPr/>
            </a:pPr>
            <a:fld id="{CB25FCC0-7A1A-455C-A362-D69077656366}" type="slidenum">
              <a:rPr lang="en-US" smtClean="0"/>
              <a:pPr>
                <a:defRPr/>
              </a:pPr>
              <a:t>15</a:t>
            </a:fld>
            <a:endParaRPr lang="en-US" dirty="0"/>
          </a:p>
        </p:txBody>
      </p:sp>
      <p:sp>
        <p:nvSpPr>
          <p:cNvPr id="62469" name="Rectangle 4"/>
          <p:cNvSpPr>
            <a:spLocks noChangeAspect="1" noChangeArrowheads="1"/>
          </p:cNvSpPr>
          <p:nvPr/>
        </p:nvSpPr>
        <p:spPr bwMode="auto">
          <a:xfrm>
            <a:off x="4495800" y="1676400"/>
            <a:ext cx="685800" cy="685800"/>
          </a:xfrm>
          <a:prstGeom prst="rect">
            <a:avLst/>
          </a:prstGeom>
          <a:noFill/>
          <a:ln w="38100">
            <a:solidFill>
              <a:srgbClr val="FFFF00"/>
            </a:solidFill>
            <a:miter lim="800000"/>
            <a:headEnd/>
            <a:tailEnd/>
          </a:ln>
        </p:spPr>
        <p:txBody>
          <a:bodyPr wrap="none" anchor="ctr"/>
          <a:lstStyle/>
          <a:p>
            <a:pPr eaLnBrk="0" hangingPunct="0"/>
            <a:endParaRPr lang="en-US" u="sng"/>
          </a:p>
        </p:txBody>
      </p:sp>
      <p:sp>
        <p:nvSpPr>
          <p:cNvPr id="62470" name="Rectangle 5"/>
          <p:cNvSpPr>
            <a:spLocks noChangeAspect="1" noChangeArrowheads="1"/>
          </p:cNvSpPr>
          <p:nvPr/>
        </p:nvSpPr>
        <p:spPr bwMode="auto">
          <a:xfrm>
            <a:off x="4495800" y="2392363"/>
            <a:ext cx="685800" cy="685800"/>
          </a:xfrm>
          <a:prstGeom prst="rect">
            <a:avLst/>
          </a:prstGeom>
          <a:noFill/>
          <a:ln w="38100">
            <a:solidFill>
              <a:srgbClr val="FFFF00"/>
            </a:solidFill>
            <a:miter lim="800000"/>
            <a:headEnd/>
            <a:tailEnd/>
          </a:ln>
        </p:spPr>
        <p:txBody>
          <a:bodyPr wrap="none" anchor="ctr"/>
          <a:lstStyle/>
          <a:p>
            <a:pPr eaLnBrk="0" hangingPunct="0"/>
            <a:endParaRPr lang="en-US" u="sng"/>
          </a:p>
        </p:txBody>
      </p:sp>
      <p:sp>
        <p:nvSpPr>
          <p:cNvPr id="62471" name="Rectangle 6"/>
          <p:cNvSpPr>
            <a:spLocks noChangeAspect="1" noChangeArrowheads="1"/>
          </p:cNvSpPr>
          <p:nvPr/>
        </p:nvSpPr>
        <p:spPr bwMode="auto">
          <a:xfrm>
            <a:off x="4495800" y="3108325"/>
            <a:ext cx="685800" cy="685800"/>
          </a:xfrm>
          <a:prstGeom prst="rect">
            <a:avLst/>
          </a:prstGeom>
          <a:noFill/>
          <a:ln w="38100">
            <a:solidFill>
              <a:srgbClr val="FFFF00"/>
            </a:solidFill>
            <a:miter lim="800000"/>
            <a:headEnd/>
            <a:tailEnd/>
          </a:ln>
        </p:spPr>
        <p:txBody>
          <a:bodyPr wrap="none" anchor="ctr"/>
          <a:lstStyle/>
          <a:p>
            <a:pPr eaLnBrk="0" hangingPunct="0"/>
            <a:endParaRPr lang="en-US" u="sng"/>
          </a:p>
        </p:txBody>
      </p:sp>
      <p:sp>
        <p:nvSpPr>
          <p:cNvPr id="62472" name="Rectangle 7"/>
          <p:cNvSpPr>
            <a:spLocks noChangeAspect="1" noChangeArrowheads="1"/>
          </p:cNvSpPr>
          <p:nvPr/>
        </p:nvSpPr>
        <p:spPr bwMode="auto">
          <a:xfrm>
            <a:off x="4495800" y="3824288"/>
            <a:ext cx="685800" cy="685800"/>
          </a:xfrm>
          <a:prstGeom prst="rect">
            <a:avLst/>
          </a:prstGeom>
          <a:noFill/>
          <a:ln w="38100">
            <a:solidFill>
              <a:srgbClr val="FFFF00"/>
            </a:solidFill>
            <a:miter lim="800000"/>
            <a:headEnd/>
            <a:tailEnd/>
          </a:ln>
        </p:spPr>
        <p:txBody>
          <a:bodyPr wrap="none" anchor="ctr"/>
          <a:lstStyle/>
          <a:p>
            <a:pPr eaLnBrk="0" hangingPunct="0"/>
            <a:endParaRPr lang="en-US" u="sng"/>
          </a:p>
        </p:txBody>
      </p:sp>
      <p:sp>
        <p:nvSpPr>
          <p:cNvPr id="62473" name="Rectangle 8"/>
          <p:cNvSpPr>
            <a:spLocks noChangeAspect="1" noChangeArrowheads="1"/>
          </p:cNvSpPr>
          <p:nvPr/>
        </p:nvSpPr>
        <p:spPr bwMode="auto">
          <a:xfrm>
            <a:off x="4495800" y="4540250"/>
            <a:ext cx="685800" cy="685800"/>
          </a:xfrm>
          <a:prstGeom prst="rect">
            <a:avLst/>
          </a:prstGeom>
          <a:noFill/>
          <a:ln w="38100">
            <a:solidFill>
              <a:srgbClr val="FFFF00"/>
            </a:solidFill>
            <a:miter lim="800000"/>
            <a:headEnd/>
            <a:tailEnd/>
          </a:ln>
        </p:spPr>
        <p:txBody>
          <a:bodyPr wrap="none" anchor="ctr"/>
          <a:lstStyle/>
          <a:p>
            <a:pPr eaLnBrk="0" hangingPunct="0"/>
            <a:endParaRPr lang="en-US" u="sng"/>
          </a:p>
        </p:txBody>
      </p:sp>
      <p:sp>
        <p:nvSpPr>
          <p:cNvPr id="62474" name="Rectangle 9"/>
          <p:cNvSpPr>
            <a:spLocks noChangeAspect="1" noChangeArrowheads="1"/>
          </p:cNvSpPr>
          <p:nvPr/>
        </p:nvSpPr>
        <p:spPr bwMode="auto">
          <a:xfrm>
            <a:off x="4495800" y="5257800"/>
            <a:ext cx="685800" cy="685800"/>
          </a:xfrm>
          <a:prstGeom prst="rect">
            <a:avLst/>
          </a:prstGeom>
          <a:noFill/>
          <a:ln w="38100">
            <a:solidFill>
              <a:srgbClr val="FFFF00"/>
            </a:solidFill>
            <a:miter lim="800000"/>
            <a:headEnd/>
            <a:tailEnd/>
          </a:ln>
        </p:spPr>
        <p:txBody>
          <a:bodyPr wrap="none" anchor="ctr"/>
          <a:lstStyle/>
          <a:p>
            <a:pPr eaLnBrk="0" hangingPunct="0"/>
            <a:endParaRPr lang="en-US" u="sng"/>
          </a:p>
        </p:txBody>
      </p:sp>
      <p:cxnSp>
        <p:nvCxnSpPr>
          <p:cNvPr id="62475" name="AutoShape 10"/>
          <p:cNvCxnSpPr>
            <a:cxnSpLocks noChangeShapeType="1"/>
            <a:stCxn id="62469" idx="0"/>
            <a:endCxn id="62474" idx="2"/>
          </p:cNvCxnSpPr>
          <p:nvPr/>
        </p:nvCxnSpPr>
        <p:spPr bwMode="auto">
          <a:xfrm rot="5400000" flipV="1">
            <a:off x="2686844" y="3809206"/>
            <a:ext cx="4305300" cy="1588"/>
          </a:xfrm>
          <a:prstGeom prst="curvedConnector5">
            <a:avLst>
              <a:gd name="adj1" fmla="val -4866"/>
              <a:gd name="adj2" fmla="val -56200014"/>
              <a:gd name="adj3" fmla="val 104866"/>
            </a:avLst>
          </a:prstGeom>
          <a:noFill/>
          <a:ln w="38100">
            <a:solidFill>
              <a:schemeClr val="tx1"/>
            </a:solidFill>
            <a:prstDash val="lgDash"/>
            <a:round/>
            <a:headEnd type="oval" w="med" len="med"/>
            <a:tailEnd type="triangle" w="lg" len="lg"/>
          </a:ln>
        </p:spPr>
      </p:cxnSp>
      <p:sp>
        <p:nvSpPr>
          <p:cNvPr id="880651" name="Rectangle 11"/>
          <p:cNvSpPr>
            <a:spLocks noChangeAspect="1" noChangeArrowheads="1"/>
          </p:cNvSpPr>
          <p:nvPr/>
        </p:nvSpPr>
        <p:spPr bwMode="auto">
          <a:xfrm>
            <a:off x="4495800" y="1676400"/>
            <a:ext cx="685800" cy="685800"/>
          </a:xfrm>
          <a:prstGeom prst="rect">
            <a:avLst/>
          </a:prstGeom>
          <a:solidFill>
            <a:schemeClr val="tx1"/>
          </a:solidFill>
          <a:ln w="38100">
            <a:solidFill>
              <a:srgbClr val="FFFF00"/>
            </a:solidFill>
            <a:miter lim="800000"/>
            <a:headEnd/>
            <a:tailEnd/>
          </a:ln>
        </p:spPr>
        <p:txBody>
          <a:bodyPr wrap="none" anchor="ctr"/>
          <a:lstStyle/>
          <a:p>
            <a:pPr eaLnBrk="0" hangingPunct="0"/>
            <a:endParaRPr lang="en-US" u="sng"/>
          </a:p>
        </p:txBody>
      </p:sp>
      <p:sp>
        <p:nvSpPr>
          <p:cNvPr id="880652" name="Rectangle 12"/>
          <p:cNvSpPr>
            <a:spLocks noChangeAspect="1" noChangeArrowheads="1"/>
          </p:cNvSpPr>
          <p:nvPr/>
        </p:nvSpPr>
        <p:spPr bwMode="auto">
          <a:xfrm>
            <a:off x="4495800" y="2392363"/>
            <a:ext cx="685800" cy="685800"/>
          </a:xfrm>
          <a:prstGeom prst="rect">
            <a:avLst/>
          </a:prstGeom>
          <a:solidFill>
            <a:schemeClr val="tx1"/>
          </a:solidFill>
          <a:ln w="38100">
            <a:solidFill>
              <a:srgbClr val="FFFF00"/>
            </a:solidFill>
            <a:miter lim="800000"/>
            <a:headEnd/>
            <a:tailEnd/>
          </a:ln>
        </p:spPr>
        <p:txBody>
          <a:bodyPr wrap="none" anchor="ctr"/>
          <a:lstStyle/>
          <a:p>
            <a:pPr eaLnBrk="0" hangingPunct="0"/>
            <a:endParaRPr lang="en-US" u="sng"/>
          </a:p>
        </p:txBody>
      </p:sp>
      <p:sp>
        <p:nvSpPr>
          <p:cNvPr id="880653" name="Rectangle 13"/>
          <p:cNvSpPr>
            <a:spLocks noChangeAspect="1" noChangeArrowheads="1"/>
          </p:cNvSpPr>
          <p:nvPr/>
        </p:nvSpPr>
        <p:spPr bwMode="auto">
          <a:xfrm>
            <a:off x="4495800" y="3108325"/>
            <a:ext cx="685800" cy="685800"/>
          </a:xfrm>
          <a:prstGeom prst="rect">
            <a:avLst/>
          </a:prstGeom>
          <a:solidFill>
            <a:schemeClr val="tx1"/>
          </a:solidFill>
          <a:ln w="38100">
            <a:solidFill>
              <a:srgbClr val="FFFF00"/>
            </a:solidFill>
            <a:miter lim="800000"/>
            <a:headEnd/>
            <a:tailEnd/>
          </a:ln>
        </p:spPr>
        <p:txBody>
          <a:bodyPr wrap="none" anchor="ctr"/>
          <a:lstStyle/>
          <a:p>
            <a:pPr eaLnBrk="0" hangingPunct="0"/>
            <a:endParaRPr lang="en-US" u="sng"/>
          </a:p>
        </p:txBody>
      </p:sp>
      <p:sp>
        <p:nvSpPr>
          <p:cNvPr id="880654" name="Rectangle 14"/>
          <p:cNvSpPr>
            <a:spLocks noChangeAspect="1" noChangeArrowheads="1"/>
          </p:cNvSpPr>
          <p:nvPr/>
        </p:nvSpPr>
        <p:spPr bwMode="auto">
          <a:xfrm>
            <a:off x="4495800" y="3824288"/>
            <a:ext cx="685800" cy="685800"/>
          </a:xfrm>
          <a:prstGeom prst="rect">
            <a:avLst/>
          </a:prstGeom>
          <a:solidFill>
            <a:schemeClr val="tx1"/>
          </a:solidFill>
          <a:ln w="38100">
            <a:solidFill>
              <a:srgbClr val="FFFF00"/>
            </a:solidFill>
            <a:miter lim="800000"/>
            <a:headEnd/>
            <a:tailEnd/>
          </a:ln>
        </p:spPr>
        <p:txBody>
          <a:bodyPr wrap="none" anchor="ctr"/>
          <a:lstStyle/>
          <a:p>
            <a:pPr eaLnBrk="0" hangingPunct="0"/>
            <a:endParaRPr lang="en-US" u="sng"/>
          </a:p>
        </p:txBody>
      </p:sp>
      <p:sp>
        <p:nvSpPr>
          <p:cNvPr id="880655" name="Rectangle 15"/>
          <p:cNvSpPr>
            <a:spLocks noChangeAspect="1" noChangeArrowheads="1"/>
          </p:cNvSpPr>
          <p:nvPr/>
        </p:nvSpPr>
        <p:spPr bwMode="auto">
          <a:xfrm>
            <a:off x="4495800" y="4540250"/>
            <a:ext cx="685800" cy="685800"/>
          </a:xfrm>
          <a:prstGeom prst="rect">
            <a:avLst/>
          </a:prstGeom>
          <a:solidFill>
            <a:schemeClr val="tx1"/>
          </a:solidFill>
          <a:ln w="38100">
            <a:solidFill>
              <a:srgbClr val="FFFF00"/>
            </a:solidFill>
            <a:miter lim="800000"/>
            <a:headEnd/>
            <a:tailEnd/>
          </a:ln>
        </p:spPr>
        <p:txBody>
          <a:bodyPr wrap="none" anchor="ctr"/>
          <a:lstStyle/>
          <a:p>
            <a:pPr eaLnBrk="0" hangingPunct="0"/>
            <a:endParaRPr lang="en-US" u="sng"/>
          </a:p>
        </p:txBody>
      </p:sp>
      <p:sp>
        <p:nvSpPr>
          <p:cNvPr id="880656" name="Rectangle 16"/>
          <p:cNvSpPr>
            <a:spLocks noChangeAspect="1" noChangeArrowheads="1"/>
          </p:cNvSpPr>
          <p:nvPr/>
        </p:nvSpPr>
        <p:spPr bwMode="auto">
          <a:xfrm>
            <a:off x="4495800" y="5257800"/>
            <a:ext cx="685800" cy="685800"/>
          </a:xfrm>
          <a:prstGeom prst="rect">
            <a:avLst/>
          </a:prstGeom>
          <a:solidFill>
            <a:schemeClr val="tx1"/>
          </a:solidFill>
          <a:ln w="38100">
            <a:solidFill>
              <a:srgbClr val="FFFF00"/>
            </a:solidFill>
            <a:miter lim="800000"/>
            <a:headEnd/>
            <a:tailEnd/>
          </a:ln>
        </p:spPr>
        <p:txBody>
          <a:bodyPr wrap="none" anchor="ctr"/>
          <a:lstStyle/>
          <a:p>
            <a:pPr eaLnBrk="0" hangingPunct="0"/>
            <a:endParaRPr lang="en-US" u="sng"/>
          </a:p>
        </p:txBody>
      </p:sp>
    </p:spTree>
    <p:extLst>
      <p:ext uri="{BB962C8B-B14F-4D97-AF65-F5344CB8AC3E}">
        <p14:creationId xmlns:p14="http://schemas.microsoft.com/office/powerpoint/2010/main" val="4034213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6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06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8065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88065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88065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880653"/>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806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8065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2" nodeType="clickEffect">
                                  <p:stCondLst>
                                    <p:cond delay="0"/>
                                  </p:stCondLst>
                                  <p:childTnLst>
                                    <p:set>
                                      <p:cBhvr>
                                        <p:cTn id="46" dur="1" fill="hold">
                                          <p:stCondLst>
                                            <p:cond delay="0"/>
                                          </p:stCondLst>
                                        </p:cTn>
                                        <p:tgtEl>
                                          <p:spTgt spid="8806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51" grpId="0" animBg="1"/>
      <p:bldP spid="880652" grpId="0" animBg="1"/>
      <p:bldP spid="880653" grpId="0" animBg="1"/>
      <p:bldP spid="880653" grpId="1" animBg="1"/>
      <p:bldP spid="880654" grpId="0" animBg="1"/>
      <p:bldP spid="880654" grpId="1" animBg="1"/>
      <p:bldP spid="880655" grpId="0" animBg="1"/>
      <p:bldP spid="880655" grpId="1" animBg="1"/>
      <p:bldP spid="880656" grpId="0" animBg="1"/>
      <p:bldP spid="880656" grpId="1" animBg="1"/>
      <p:bldP spid="880656" grpId="2"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0"/>
          <p:cNvSpPr>
            <a:spLocks noGrp="1" noChangeArrowheads="1"/>
          </p:cNvSpPr>
          <p:nvPr>
            <p:ph type="title"/>
          </p:nvPr>
        </p:nvSpPr>
        <p:spPr/>
        <p:txBody>
          <a:bodyPr/>
          <a:lstStyle/>
          <a:p>
            <a:pPr eaLnBrk="1" hangingPunct="1"/>
            <a:r>
              <a:rPr lang="en-US" dirty="0">
                <a:ea typeface="ＭＳ Ｐゴシック" pitchFamily="34" charset="-128"/>
              </a:rPr>
              <a:t>Basic solution</a:t>
            </a:r>
          </a:p>
        </p:txBody>
      </p:sp>
      <p:sp>
        <p:nvSpPr>
          <p:cNvPr id="2" name="Slide Number Placeholder 1"/>
          <p:cNvSpPr>
            <a:spLocks noGrp="1"/>
          </p:cNvSpPr>
          <p:nvPr>
            <p:ph type="sldNum" sz="quarter" idx="12"/>
          </p:nvPr>
        </p:nvSpPr>
        <p:spPr/>
        <p:txBody>
          <a:bodyPr/>
          <a:lstStyle/>
          <a:p>
            <a:pPr>
              <a:defRPr/>
            </a:pPr>
            <a:fld id="{CB25FCC0-7A1A-455C-A362-D69077656366}" type="slidenum">
              <a:rPr lang="en-US" smtClean="0"/>
              <a:pPr>
                <a:defRPr/>
              </a:pPr>
              <a:t>16</a:t>
            </a:fld>
            <a:endParaRPr lang="en-US" dirty="0"/>
          </a:p>
        </p:txBody>
      </p:sp>
      <p:sp>
        <p:nvSpPr>
          <p:cNvPr id="8" name="Rectangle 7"/>
          <p:cNvSpPr>
            <a:spLocks noChangeArrowheads="1"/>
          </p:cNvSpPr>
          <p:nvPr/>
        </p:nvSpPr>
        <p:spPr bwMode="auto">
          <a:xfrm>
            <a:off x="2133600" y="1295400"/>
            <a:ext cx="3962400" cy="22860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anchor="t" anchorCtr="0"/>
          <a:lstStyle/>
          <a:p>
            <a:pPr>
              <a:tabLst>
                <a:tab pos="463550" algn="l"/>
              </a:tabLst>
            </a:pPr>
            <a:r>
              <a:rPr lang="en-US" sz="2000" dirty="0">
                <a:latin typeface="Candara" panose="020E0502030303020204" pitchFamily="34" charset="0"/>
              </a:rPr>
              <a:t>void *producer(</a:t>
            </a:r>
            <a:r>
              <a:rPr lang="en-US" sz="2000" dirty="0" err="1">
                <a:latin typeface="Candara" panose="020E0502030303020204" pitchFamily="34" charset="0"/>
              </a:rPr>
              <a:t>ItemType</a:t>
            </a:r>
            <a:r>
              <a:rPr lang="en-US" sz="2000" dirty="0">
                <a:latin typeface="Candara" panose="020E0502030303020204" pitchFamily="34" charset="0"/>
              </a:rPr>
              <a:t> item) {</a:t>
            </a:r>
          </a:p>
          <a:p>
            <a:pPr>
              <a:tabLst>
                <a:tab pos="463550" algn="l"/>
              </a:tabLst>
            </a:pPr>
            <a:r>
              <a:rPr lang="en-US" sz="2000" dirty="0">
                <a:latin typeface="Candara" panose="020E0502030303020204" pitchFamily="34" charset="0"/>
              </a:rPr>
              <a:t>	put(item); </a:t>
            </a: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*consumer(</a:t>
            </a:r>
            <a:r>
              <a:rPr lang="en-US" sz="2000" dirty="0" err="1">
                <a:latin typeface="Candara" panose="020E0502030303020204" pitchFamily="34" charset="0"/>
              </a:rPr>
              <a:t>ItemType</a:t>
            </a:r>
            <a:r>
              <a:rPr lang="en-US" sz="2000" dirty="0">
                <a:latin typeface="Candara" panose="020E0502030303020204" pitchFamily="34" charset="0"/>
              </a:rPr>
              <a:t>&amp; item) {</a:t>
            </a:r>
          </a:p>
          <a:p>
            <a:pPr>
              <a:tabLst>
                <a:tab pos="463550" algn="l"/>
              </a:tabLst>
            </a:pPr>
            <a:r>
              <a:rPr lang="en-US" sz="2000" dirty="0">
                <a:latin typeface="Candara" panose="020E0502030303020204" pitchFamily="34" charset="0"/>
              </a:rPr>
              <a:t>	item = get(); </a:t>
            </a:r>
          </a:p>
          <a:p>
            <a:pPr>
              <a:tabLst>
                <a:tab pos="463550" algn="l"/>
              </a:tabLst>
            </a:pPr>
            <a:r>
              <a:rPr lang="en-US" sz="2000" dirty="0">
                <a:latin typeface="Candara" panose="020E0502030303020204" pitchFamily="34" charset="0"/>
              </a:rPr>
              <a:t>}</a:t>
            </a:r>
            <a:endParaRPr lang="en-US" sz="2000" dirty="0">
              <a:solidFill>
                <a:srgbClr val="000000"/>
              </a:solidFill>
              <a:latin typeface="Candara" panose="020E0502030303020204" pitchFamily="34" charset="0"/>
            </a:endParaRPr>
          </a:p>
        </p:txBody>
      </p:sp>
      <p:sp>
        <p:nvSpPr>
          <p:cNvPr id="3" name="Rectangle 2"/>
          <p:cNvSpPr/>
          <p:nvPr/>
        </p:nvSpPr>
        <p:spPr>
          <a:xfrm>
            <a:off x="3962401" y="6019801"/>
            <a:ext cx="4289957" cy="461665"/>
          </a:xfrm>
          <a:prstGeom prst="rect">
            <a:avLst/>
          </a:prstGeom>
        </p:spPr>
        <p:txBody>
          <a:bodyPr wrap="none">
            <a:spAutoFit/>
          </a:bodyPr>
          <a:lstStyle/>
          <a:p>
            <a:r>
              <a:rPr lang="en-US" sz="2400" dirty="0">
                <a:solidFill>
                  <a:srgbClr val="FF0000"/>
                </a:solidFill>
                <a:latin typeface="Candara" panose="020E0502030303020204" pitchFamily="34" charset="0"/>
              </a:rPr>
              <a:t>How to synchronize the access?</a:t>
            </a:r>
          </a:p>
        </p:txBody>
      </p:sp>
      <p:sp>
        <p:nvSpPr>
          <p:cNvPr id="7" name="Rectangle 6"/>
          <p:cNvSpPr>
            <a:spLocks noChangeArrowheads="1"/>
          </p:cNvSpPr>
          <p:nvPr/>
        </p:nvSpPr>
        <p:spPr bwMode="auto">
          <a:xfrm>
            <a:off x="6324600" y="1295400"/>
            <a:ext cx="3581400" cy="44196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anchor="t" anchorCtr="0"/>
          <a:lstStyle/>
          <a:p>
            <a:pPr>
              <a:tabLst>
                <a:tab pos="463550" algn="l"/>
              </a:tabLst>
            </a:pPr>
            <a:r>
              <a:rPr lang="en-US" sz="2000" dirty="0" err="1">
                <a:latin typeface="Candara" panose="020E0502030303020204" pitchFamily="34" charset="0"/>
              </a:rPr>
              <a:t>ItemType</a:t>
            </a:r>
            <a:r>
              <a:rPr lang="en-US" sz="2000" dirty="0">
                <a:latin typeface="Candara" panose="020E0502030303020204" pitchFamily="34" charset="0"/>
              </a:rPr>
              <a:t> buffer[MAX]; </a:t>
            </a:r>
          </a:p>
          <a:p>
            <a:pPr>
              <a:tabLst>
                <a:tab pos="463550" algn="l"/>
              </a:tabLst>
            </a:pPr>
            <a:r>
              <a:rPr lang="en-US" sz="2000" dirty="0" err="1">
                <a:latin typeface="Candara" panose="020E0502030303020204" pitchFamily="34" charset="0"/>
              </a:rPr>
              <a:t>int</a:t>
            </a:r>
            <a:r>
              <a:rPr lang="en-US" sz="2000" dirty="0">
                <a:latin typeface="Candara" panose="020E0502030303020204" pitchFamily="34" charset="0"/>
              </a:rPr>
              <a:t> fill = 0; </a:t>
            </a:r>
          </a:p>
          <a:p>
            <a:pPr>
              <a:tabLst>
                <a:tab pos="463550" algn="l"/>
              </a:tabLst>
            </a:pPr>
            <a:r>
              <a:rPr lang="en-US" sz="2000" dirty="0" err="1">
                <a:latin typeface="Candara" panose="020E0502030303020204" pitchFamily="34" charset="0"/>
              </a:rPr>
              <a:t>int</a:t>
            </a:r>
            <a:r>
              <a:rPr lang="en-US" sz="2000" dirty="0">
                <a:latin typeface="Candara" panose="020E0502030303020204" pitchFamily="34" charset="0"/>
              </a:rPr>
              <a:t> use = 0; </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put(</a:t>
            </a:r>
            <a:r>
              <a:rPr lang="en-US" sz="2000" dirty="0" err="1">
                <a:latin typeface="Candara" panose="020E0502030303020204" pitchFamily="34" charset="0"/>
              </a:rPr>
              <a:t>ItemType</a:t>
            </a:r>
            <a:r>
              <a:rPr lang="en-US" sz="2000" dirty="0">
                <a:latin typeface="Candara" panose="020E0502030303020204" pitchFamily="34" charset="0"/>
              </a:rPr>
              <a:t> item) {</a:t>
            </a:r>
            <a:br>
              <a:rPr lang="en-US" sz="2000" dirty="0">
                <a:latin typeface="Candara" panose="020E0502030303020204" pitchFamily="34" charset="0"/>
              </a:rPr>
            </a:br>
            <a:r>
              <a:rPr lang="en-US" sz="2000" dirty="0">
                <a:latin typeface="Candara" panose="020E0502030303020204" pitchFamily="34" charset="0"/>
              </a:rPr>
              <a:t>	buffer[fill] = item; </a:t>
            </a:r>
          </a:p>
          <a:p>
            <a:pPr>
              <a:tabLst>
                <a:tab pos="463550" algn="l"/>
              </a:tabLst>
            </a:pPr>
            <a:r>
              <a:rPr lang="en-US" sz="2000" dirty="0">
                <a:latin typeface="Candara" panose="020E0502030303020204" pitchFamily="34" charset="0"/>
              </a:rPr>
              <a:t>	fill = (fill + 1)%MAX; </a:t>
            </a: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err="1">
                <a:latin typeface="Candara" panose="020E0502030303020204" pitchFamily="34" charset="0"/>
              </a:rPr>
              <a:t>ItemType</a:t>
            </a:r>
            <a:r>
              <a:rPr lang="en-US" sz="2000" dirty="0">
                <a:latin typeface="Candara" panose="020E0502030303020204" pitchFamily="34" charset="0"/>
              </a:rPr>
              <a:t> * get() {</a:t>
            </a:r>
            <a:br>
              <a:rPr lang="en-US" sz="2000" dirty="0">
                <a:latin typeface="Candara" panose="020E0502030303020204" pitchFamily="34" charset="0"/>
              </a:rPr>
            </a:br>
            <a:r>
              <a:rPr lang="en-US" sz="2000" dirty="0">
                <a:latin typeface="Candara" panose="020E0502030303020204" pitchFamily="34" charset="0"/>
              </a:rPr>
              <a:t>	</a:t>
            </a:r>
            <a:r>
              <a:rPr lang="en-US" sz="2000" dirty="0" err="1">
                <a:latin typeface="Candara" panose="020E0502030303020204" pitchFamily="34" charset="0"/>
              </a:rPr>
              <a:t>ItemType</a:t>
            </a:r>
            <a:r>
              <a:rPr lang="en-US" sz="2000" dirty="0">
                <a:latin typeface="Candara" panose="020E0502030303020204" pitchFamily="34" charset="0"/>
              </a:rPr>
              <a:t> </a:t>
            </a:r>
            <a:r>
              <a:rPr lang="en-US" sz="2000" dirty="0" err="1">
                <a:latin typeface="Candara" panose="020E0502030303020204" pitchFamily="34" charset="0"/>
              </a:rPr>
              <a:t>tmp</a:t>
            </a:r>
            <a:r>
              <a:rPr lang="en-US" sz="2000" dirty="0">
                <a:latin typeface="Candara" panose="020E0502030303020204" pitchFamily="34" charset="0"/>
              </a:rPr>
              <a:t> = buffer[use];</a:t>
            </a:r>
          </a:p>
          <a:p>
            <a:pPr>
              <a:tabLst>
                <a:tab pos="463550" algn="l"/>
              </a:tabLst>
            </a:pPr>
            <a:r>
              <a:rPr lang="en-US" sz="2000" dirty="0">
                <a:latin typeface="Candara" panose="020E0502030303020204" pitchFamily="34" charset="0"/>
              </a:rPr>
              <a:t>	use=(use+1)%MAX; </a:t>
            </a:r>
          </a:p>
          <a:p>
            <a:pPr>
              <a:tabLst>
                <a:tab pos="463550" algn="l"/>
              </a:tabLst>
            </a:pPr>
            <a:r>
              <a:rPr lang="en-US" sz="2000" dirty="0">
                <a:latin typeface="Candara" panose="020E0502030303020204" pitchFamily="34" charset="0"/>
              </a:rPr>
              <a:t>	return </a:t>
            </a:r>
            <a:r>
              <a:rPr lang="en-US" sz="2000" dirty="0" err="1">
                <a:latin typeface="Candara" panose="020E0502030303020204" pitchFamily="34" charset="0"/>
              </a:rPr>
              <a:t>tmp</a:t>
            </a:r>
            <a:r>
              <a:rPr lang="en-US" sz="2000" dirty="0">
                <a:latin typeface="Candara" panose="020E0502030303020204" pitchFamily="34" charset="0"/>
              </a:rPr>
              <a:t>; </a:t>
            </a:r>
          </a:p>
          <a:p>
            <a:pPr>
              <a:tabLst>
                <a:tab pos="463550" algn="l"/>
              </a:tabLst>
            </a:pPr>
            <a:r>
              <a:rPr lang="en-US" sz="2000" dirty="0">
                <a:latin typeface="Candara" panose="020E0502030303020204" pitchFamily="34" charset="0"/>
              </a:rPr>
              <a:t>} </a:t>
            </a:r>
          </a:p>
        </p:txBody>
      </p:sp>
    </p:spTree>
    <p:extLst>
      <p:ext uri="{BB962C8B-B14F-4D97-AF65-F5344CB8AC3E}">
        <p14:creationId xmlns:p14="http://schemas.microsoft.com/office/powerpoint/2010/main" val="2033616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027"/>
          <p:cNvSpPr>
            <a:spLocks noGrp="1" noChangeArrowheads="1"/>
          </p:cNvSpPr>
          <p:nvPr>
            <p:ph type="title"/>
          </p:nvPr>
        </p:nvSpPr>
        <p:spPr/>
        <p:txBody>
          <a:bodyPr/>
          <a:lstStyle/>
          <a:p>
            <a:r>
              <a:rPr lang="en-US" dirty="0"/>
              <a:t>First attempt</a:t>
            </a:r>
          </a:p>
        </p:txBody>
      </p:sp>
      <p:sp>
        <p:nvSpPr>
          <p:cNvPr id="31746" name="Rectangle 1028"/>
          <p:cNvSpPr>
            <a:spLocks noGrp="1" noChangeArrowheads="1"/>
          </p:cNvSpPr>
          <p:nvPr>
            <p:ph idx="1"/>
          </p:nvPr>
        </p:nvSpPr>
        <p:spPr/>
        <p:txBody>
          <a:bodyPr/>
          <a:lstStyle/>
          <a:p>
            <a:r>
              <a:rPr lang="en-US" dirty="0"/>
              <a:t>N buffers, each can hold one item.</a:t>
            </a:r>
          </a:p>
          <a:p>
            <a:r>
              <a:rPr lang="en-US" dirty="0"/>
              <a:t>Semaphore </a:t>
            </a:r>
            <a:r>
              <a:rPr lang="en-US" dirty="0">
                <a:solidFill>
                  <a:srgbClr val="FF0000"/>
                </a:solidFill>
              </a:rPr>
              <a:t>full</a:t>
            </a:r>
            <a:r>
              <a:rPr lang="en-US" dirty="0"/>
              <a:t> initialized to the value 0.</a:t>
            </a:r>
          </a:p>
          <a:p>
            <a:pPr lvl="1"/>
            <a:r>
              <a:rPr lang="en-US" dirty="0"/>
              <a:t>Counting the number of full buffer slots.</a:t>
            </a:r>
          </a:p>
          <a:p>
            <a:r>
              <a:rPr lang="en-US" dirty="0"/>
              <a:t>Semaphore </a:t>
            </a:r>
            <a:r>
              <a:rPr lang="en-US" dirty="0">
                <a:solidFill>
                  <a:srgbClr val="FF0000"/>
                </a:solidFill>
              </a:rPr>
              <a:t>empty</a:t>
            </a:r>
            <a:r>
              <a:rPr lang="en-US" dirty="0"/>
              <a:t> initialized to the value MAX.</a:t>
            </a:r>
          </a:p>
          <a:p>
            <a:pPr lvl="1"/>
            <a:r>
              <a:rPr lang="en-US" dirty="0"/>
              <a:t>Counting the number of empty </a:t>
            </a:r>
            <a:r>
              <a:rPr lang="en-US"/>
              <a:t>buffer slots.</a:t>
            </a:r>
            <a:endParaRPr lang="en-US" dirty="0"/>
          </a:p>
        </p:txBody>
      </p:sp>
      <p:sp>
        <p:nvSpPr>
          <p:cNvPr id="2" name="Slide Number Placeholder 1"/>
          <p:cNvSpPr>
            <a:spLocks noGrp="1"/>
          </p:cNvSpPr>
          <p:nvPr>
            <p:ph type="sldNum" sz="quarter" idx="12"/>
          </p:nvPr>
        </p:nvSpPr>
        <p:spPr/>
        <p:txBody>
          <a:bodyPr/>
          <a:lstStyle/>
          <a:p>
            <a:fld id="{3180BF52-1577-4121-93F0-891A1B819983}" type="slidenum">
              <a:rPr lang="en-US" smtClean="0"/>
              <a:pPr/>
              <a:t>17</a:t>
            </a:fld>
            <a:endParaRPr lang="en-US" dirty="0"/>
          </a:p>
        </p:txBody>
      </p:sp>
      <p:sp>
        <p:nvSpPr>
          <p:cNvPr id="31748" name="Rectangle 1026"/>
          <p:cNvSpPr>
            <a:spLocks noChangeArrowheads="1"/>
          </p:cNvSpPr>
          <p:nvPr/>
        </p:nvSpPr>
        <p:spPr bwMode="auto">
          <a:xfrm>
            <a:off x="4016375" y="3246438"/>
            <a:ext cx="184150" cy="366712"/>
          </a:xfrm>
          <a:prstGeom prst="rect">
            <a:avLst/>
          </a:prstGeom>
          <a:noFill/>
          <a:ln w="9525">
            <a:noFill/>
            <a:miter lim="800000"/>
            <a:headEnd/>
            <a:tailEnd/>
          </a:ln>
        </p:spPr>
        <p:txBody>
          <a:bodyPr wrap="none">
            <a:spAutoFit/>
          </a:bodyPr>
          <a:lstStyle/>
          <a:p>
            <a:pPr eaLnBrk="0" hangingPunct="0"/>
            <a:endParaRPr kumimoji="1" lang="en-US">
              <a:latin typeface="Helvetica" pitchFamily="34" charset="0"/>
            </a:endParaRPr>
          </a:p>
        </p:txBody>
      </p:sp>
    </p:spTree>
    <p:extLst>
      <p:ext uri="{BB962C8B-B14F-4D97-AF65-F5344CB8AC3E}">
        <p14:creationId xmlns:p14="http://schemas.microsoft.com/office/powerpoint/2010/main" val="2418744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0"/>
          <p:cNvSpPr>
            <a:spLocks noGrp="1" noChangeArrowheads="1"/>
          </p:cNvSpPr>
          <p:nvPr>
            <p:ph type="title"/>
          </p:nvPr>
        </p:nvSpPr>
        <p:spPr/>
        <p:txBody>
          <a:bodyPr/>
          <a:lstStyle/>
          <a:p>
            <a:r>
              <a:rPr lang="en-US" dirty="0">
                <a:ea typeface="ＭＳ Ｐゴシック" pitchFamily="34" charset="-128"/>
              </a:rPr>
              <a:t>First attempt (cont’d)</a:t>
            </a:r>
          </a:p>
        </p:txBody>
      </p:sp>
      <p:sp>
        <p:nvSpPr>
          <p:cNvPr id="2" name="Slide Number Placeholder 1"/>
          <p:cNvSpPr>
            <a:spLocks noGrp="1"/>
          </p:cNvSpPr>
          <p:nvPr>
            <p:ph type="sldNum" sz="quarter" idx="12"/>
          </p:nvPr>
        </p:nvSpPr>
        <p:spPr/>
        <p:txBody>
          <a:bodyPr/>
          <a:lstStyle/>
          <a:p>
            <a:pPr>
              <a:defRPr/>
            </a:pPr>
            <a:fld id="{CB25FCC0-7A1A-455C-A362-D69077656366}" type="slidenum">
              <a:rPr lang="en-US" smtClean="0"/>
              <a:pPr>
                <a:defRPr/>
              </a:pPr>
              <a:t>18</a:t>
            </a:fld>
            <a:endParaRPr lang="en-US" dirty="0"/>
          </a:p>
        </p:txBody>
      </p:sp>
      <p:sp>
        <p:nvSpPr>
          <p:cNvPr id="7" name="Rectangle 6"/>
          <p:cNvSpPr>
            <a:spLocks noChangeArrowheads="1"/>
          </p:cNvSpPr>
          <p:nvPr/>
        </p:nvSpPr>
        <p:spPr bwMode="auto">
          <a:xfrm>
            <a:off x="2133600" y="1524000"/>
            <a:ext cx="3886200" cy="47244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anchor="t" anchorCtr="0"/>
          <a:lstStyle/>
          <a:p>
            <a:pPr>
              <a:tabLst>
                <a:tab pos="463550" algn="l"/>
              </a:tabLst>
            </a:pPr>
            <a:r>
              <a:rPr lang="en-US" sz="2000" dirty="0" err="1">
                <a:latin typeface="Candara" panose="020E0502030303020204" pitchFamily="34" charset="0"/>
              </a:rPr>
              <a:t>sem_t</a:t>
            </a:r>
            <a:r>
              <a:rPr lang="en-US" sz="2000" dirty="0">
                <a:latin typeface="Candara" panose="020E0502030303020204" pitchFamily="34" charset="0"/>
              </a:rPr>
              <a:t> empty;</a:t>
            </a:r>
          </a:p>
          <a:p>
            <a:pPr>
              <a:tabLst>
                <a:tab pos="463550" algn="l"/>
              </a:tabLst>
            </a:pPr>
            <a:r>
              <a:rPr lang="en-US" sz="2000" dirty="0" err="1">
                <a:latin typeface="Candara" panose="020E0502030303020204" pitchFamily="34" charset="0"/>
              </a:rPr>
              <a:t>sem_t</a:t>
            </a:r>
            <a:r>
              <a:rPr lang="en-US" sz="2000" dirty="0">
                <a:latin typeface="Candara" panose="020E0502030303020204" pitchFamily="34" charset="0"/>
              </a:rPr>
              <a:t> full;</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*producer(</a:t>
            </a:r>
            <a:r>
              <a:rPr lang="en-US" sz="2000" dirty="0" err="1">
                <a:latin typeface="Candara" panose="020E0502030303020204" pitchFamily="34" charset="0"/>
              </a:rPr>
              <a:t>ItemType</a:t>
            </a:r>
            <a:r>
              <a:rPr lang="en-US" sz="2000" dirty="0">
                <a:latin typeface="Candara" panose="020E0502030303020204" pitchFamily="34" charset="0"/>
              </a:rPr>
              <a:t> item) {</a:t>
            </a:r>
          </a:p>
          <a:p>
            <a:pPr lvl="1">
              <a:tabLst>
                <a:tab pos="463550" algn="l"/>
              </a:tabLst>
            </a:pPr>
            <a:r>
              <a:rPr lang="en-US" sz="2000" dirty="0" err="1">
                <a:latin typeface="Candara" panose="020E0502030303020204" pitchFamily="34" charset="0"/>
              </a:rPr>
              <a:t>sem_wait</a:t>
            </a:r>
            <a:r>
              <a:rPr lang="en-US" sz="2000" dirty="0">
                <a:latin typeface="Candara" panose="020E0502030303020204" pitchFamily="34" charset="0"/>
              </a:rPr>
              <a:t>(&amp;empty); </a:t>
            </a:r>
          </a:p>
          <a:p>
            <a:pPr lvl="1">
              <a:tabLst>
                <a:tab pos="463550" algn="l"/>
              </a:tabLst>
            </a:pPr>
            <a:r>
              <a:rPr lang="en-US" sz="2000" dirty="0">
                <a:latin typeface="Candara" panose="020E0502030303020204" pitchFamily="34" charset="0"/>
              </a:rPr>
              <a:t>put(item); </a:t>
            </a:r>
          </a:p>
          <a:p>
            <a:pPr lvl="1">
              <a:tabLst>
                <a:tab pos="463550" algn="l"/>
              </a:tabLst>
            </a:pPr>
            <a:r>
              <a:rPr lang="en-US" sz="2000" dirty="0" err="1">
                <a:latin typeface="Candara" panose="020E0502030303020204" pitchFamily="34" charset="0"/>
              </a:rPr>
              <a:t>sem_post</a:t>
            </a:r>
            <a:r>
              <a:rPr lang="en-US" sz="2000" dirty="0">
                <a:latin typeface="Candara" panose="020E0502030303020204" pitchFamily="34" charset="0"/>
              </a:rPr>
              <a:t>(&amp;full); </a:t>
            </a:r>
          </a:p>
          <a:p>
            <a:pPr>
              <a:tabLst>
                <a:tab pos="463550" algn="l"/>
              </a:tabLst>
            </a:pP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p:txBody>
      </p:sp>
      <p:sp>
        <p:nvSpPr>
          <p:cNvPr id="8" name="Rectangle 7"/>
          <p:cNvSpPr>
            <a:spLocks noChangeArrowheads="1"/>
          </p:cNvSpPr>
          <p:nvPr/>
        </p:nvSpPr>
        <p:spPr bwMode="auto">
          <a:xfrm>
            <a:off x="6172200" y="1524000"/>
            <a:ext cx="4038600" cy="47244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anchor="t" anchorCtr="0"/>
          <a:lstStyle/>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*consumer(</a:t>
            </a:r>
            <a:r>
              <a:rPr lang="en-US" sz="2000" dirty="0" err="1">
                <a:latin typeface="Candara" panose="020E0502030303020204" pitchFamily="34" charset="0"/>
              </a:rPr>
              <a:t>ItemType</a:t>
            </a:r>
            <a:r>
              <a:rPr lang="en-US" sz="2000" dirty="0">
                <a:latin typeface="Candara" panose="020E0502030303020204" pitchFamily="34" charset="0"/>
              </a:rPr>
              <a:t>&amp; item)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(&amp;full); </a:t>
            </a:r>
          </a:p>
          <a:p>
            <a:pPr>
              <a:tabLst>
                <a:tab pos="463550" algn="l"/>
              </a:tabLst>
            </a:pPr>
            <a:r>
              <a:rPr lang="en-US" sz="2000" dirty="0">
                <a:latin typeface="Candara" panose="020E0502030303020204" pitchFamily="34" charset="0"/>
              </a:rPr>
              <a:t>	item = get(); </a:t>
            </a:r>
          </a:p>
          <a:p>
            <a:pPr lvl="1">
              <a:tabLst>
                <a:tab pos="463550" algn="l"/>
              </a:tabLst>
            </a:pPr>
            <a:r>
              <a:rPr lang="en-US" sz="2000" dirty="0" err="1">
                <a:latin typeface="Candara" panose="020E0502030303020204" pitchFamily="34" charset="0"/>
              </a:rPr>
              <a:t>sem_post</a:t>
            </a:r>
            <a:r>
              <a:rPr lang="en-US" sz="2000" dirty="0">
                <a:latin typeface="Candara" panose="020E0502030303020204" pitchFamily="34" charset="0"/>
              </a:rPr>
              <a:t>(&amp;empty);</a:t>
            </a: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err="1">
                <a:latin typeface="Candara" panose="020E0502030303020204" pitchFamily="34" charset="0"/>
              </a:rPr>
              <a:t>int</a:t>
            </a:r>
            <a:r>
              <a:rPr lang="en-US" sz="2000" dirty="0">
                <a:latin typeface="Candara" panose="020E0502030303020204" pitchFamily="34" charset="0"/>
              </a:rPr>
              <a:t> main()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sem_init</a:t>
            </a:r>
            <a:r>
              <a:rPr lang="en-US" sz="2000" dirty="0">
                <a:latin typeface="Candara" panose="020E0502030303020204" pitchFamily="34" charset="0"/>
              </a:rPr>
              <a:t>(&amp;empty, 0, MAX); </a:t>
            </a:r>
          </a:p>
          <a:p>
            <a:pPr>
              <a:tabLst>
                <a:tab pos="463550" algn="l"/>
              </a:tabLst>
            </a:pPr>
            <a:r>
              <a:rPr lang="is-IS" sz="2000" dirty="0">
                <a:latin typeface="Candara" panose="020E0502030303020204" pitchFamily="34" charset="0"/>
              </a:rPr>
              <a:t>	sem_init(&amp;full, 0, 0);</a:t>
            </a:r>
            <a:br>
              <a:rPr lang="is-IS" sz="2000" dirty="0">
                <a:latin typeface="Candara" panose="020E0502030303020204" pitchFamily="34" charset="0"/>
              </a:rPr>
            </a:b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p:txBody>
      </p:sp>
    </p:spTree>
    <p:extLst>
      <p:ext uri="{BB962C8B-B14F-4D97-AF65-F5344CB8AC3E}">
        <p14:creationId xmlns:p14="http://schemas.microsoft.com/office/powerpoint/2010/main" val="634800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p:sp>
        <p:nvSpPr>
          <p:cNvPr id="9" name="Slide Number Placeholder 8"/>
          <p:cNvSpPr>
            <a:spLocks noGrp="1"/>
          </p:cNvSpPr>
          <p:nvPr>
            <p:ph type="sldNum" sz="quarter" idx="12"/>
          </p:nvPr>
        </p:nvSpPr>
        <p:spPr/>
        <p:txBody>
          <a:bodyPr/>
          <a:lstStyle/>
          <a:p>
            <a:pPr>
              <a:defRPr/>
            </a:pPr>
            <a:fld id="{3180BF52-1577-4121-93F0-891A1B819983}" type="slidenum">
              <a:rPr lang="en-US" smtClean="0"/>
              <a:pPr>
                <a:defRPr/>
              </a:pPr>
              <a:t>19</a:t>
            </a:fld>
            <a:endParaRPr lang="en-US" dirty="0"/>
          </a:p>
        </p:txBody>
      </p:sp>
      <p:sp>
        <p:nvSpPr>
          <p:cNvPr id="5" name="Rectangle 4"/>
          <p:cNvSpPr>
            <a:spLocks noChangeArrowheads="1"/>
          </p:cNvSpPr>
          <p:nvPr/>
        </p:nvSpPr>
        <p:spPr bwMode="auto">
          <a:xfrm>
            <a:off x="3124200" y="2590801"/>
            <a:ext cx="2667000" cy="1574851"/>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anchor="t" anchorCtr="0"/>
          <a:lstStyle/>
          <a:p>
            <a:pPr>
              <a:tabLst>
                <a:tab pos="463550" algn="l"/>
              </a:tabLst>
            </a:pPr>
            <a:r>
              <a:rPr lang="en-US" sz="2000" dirty="0">
                <a:latin typeface="Candara" panose="020E0502030303020204" pitchFamily="34" charset="0"/>
              </a:rPr>
              <a:t>buffer[fill] = item; </a:t>
            </a:r>
          </a:p>
          <a:p>
            <a:pPr>
              <a:tabLst>
                <a:tab pos="463550" algn="l"/>
              </a:tabLst>
            </a:pPr>
            <a:endParaRPr lang="en-US" sz="2000" dirty="0">
              <a:latin typeface="Candara" panose="020E0502030303020204" pitchFamily="34" charset="0"/>
            </a:endParaRP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fill = (fill + 1)%MAX; </a:t>
            </a:r>
          </a:p>
        </p:txBody>
      </p:sp>
      <p:sp>
        <p:nvSpPr>
          <p:cNvPr id="6" name="Rectangle 5"/>
          <p:cNvSpPr>
            <a:spLocks noChangeArrowheads="1"/>
          </p:cNvSpPr>
          <p:nvPr/>
        </p:nvSpPr>
        <p:spPr bwMode="auto">
          <a:xfrm>
            <a:off x="5791200" y="2590801"/>
            <a:ext cx="2667000" cy="1574851"/>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anchor="t" anchorCtr="0"/>
          <a:lstStyle/>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buffer[fill] = item; </a:t>
            </a:r>
          </a:p>
          <a:p>
            <a:pPr>
              <a:tabLst>
                <a:tab pos="463550" algn="l"/>
              </a:tabLst>
            </a:pPr>
            <a:r>
              <a:rPr lang="en-US" sz="2000" dirty="0">
                <a:latin typeface="Candara" panose="020E0502030303020204" pitchFamily="34" charset="0"/>
              </a:rPr>
              <a:t>fill = (fill + 1)%MAX; </a:t>
            </a:r>
          </a:p>
        </p:txBody>
      </p:sp>
      <p:sp>
        <p:nvSpPr>
          <p:cNvPr id="7" name="Rectangle 6"/>
          <p:cNvSpPr/>
          <p:nvPr/>
        </p:nvSpPr>
        <p:spPr>
          <a:xfrm>
            <a:off x="2971800" y="5181600"/>
            <a:ext cx="5943600" cy="707886"/>
          </a:xfrm>
          <a:prstGeom prst="rect">
            <a:avLst/>
          </a:prstGeom>
        </p:spPr>
        <p:txBody>
          <a:bodyPr wrap="square">
            <a:spAutoFit/>
          </a:bodyPr>
          <a:lstStyle/>
          <a:p>
            <a:r>
              <a:rPr lang="en-US" sz="2000" dirty="0">
                <a:solidFill>
                  <a:srgbClr val="FF0000"/>
                </a:solidFill>
                <a:latin typeface="Candara" panose="020E0502030303020204" pitchFamily="34" charset="0"/>
              </a:rPr>
              <a:t>Interleaved operations when two producers both calling into put() at roughly the same time.</a:t>
            </a:r>
          </a:p>
        </p:txBody>
      </p:sp>
      <p:sp>
        <p:nvSpPr>
          <p:cNvPr id="4" name="TextBox 3"/>
          <p:cNvSpPr txBox="1"/>
          <p:nvPr/>
        </p:nvSpPr>
        <p:spPr>
          <a:xfrm>
            <a:off x="3886200" y="2133600"/>
            <a:ext cx="1124026" cy="369332"/>
          </a:xfrm>
          <a:prstGeom prst="rect">
            <a:avLst/>
          </a:prstGeom>
          <a:noFill/>
        </p:spPr>
        <p:txBody>
          <a:bodyPr wrap="none" rtlCol="0">
            <a:spAutoFit/>
          </a:bodyPr>
          <a:lstStyle/>
          <a:p>
            <a:r>
              <a:rPr lang="en-US" dirty="0">
                <a:latin typeface="Candara" panose="020E0502030303020204" pitchFamily="34" charset="0"/>
              </a:rPr>
              <a:t>put(item)</a:t>
            </a:r>
          </a:p>
        </p:txBody>
      </p:sp>
      <p:sp>
        <p:nvSpPr>
          <p:cNvPr id="8" name="TextBox 7"/>
          <p:cNvSpPr txBox="1"/>
          <p:nvPr/>
        </p:nvSpPr>
        <p:spPr>
          <a:xfrm>
            <a:off x="6477000" y="2133600"/>
            <a:ext cx="1124026" cy="369332"/>
          </a:xfrm>
          <a:prstGeom prst="rect">
            <a:avLst/>
          </a:prstGeom>
          <a:noFill/>
        </p:spPr>
        <p:txBody>
          <a:bodyPr wrap="none" rtlCol="0">
            <a:spAutoFit/>
          </a:bodyPr>
          <a:lstStyle/>
          <a:p>
            <a:r>
              <a:rPr lang="en-US" dirty="0">
                <a:latin typeface="Candara" panose="020E0502030303020204" pitchFamily="34" charset="0"/>
              </a:rPr>
              <a:t>put(item)</a:t>
            </a:r>
          </a:p>
        </p:txBody>
      </p:sp>
    </p:spTree>
    <p:extLst>
      <p:ext uri="{BB962C8B-B14F-4D97-AF65-F5344CB8AC3E}">
        <p14:creationId xmlns:p14="http://schemas.microsoft.com/office/powerpoint/2010/main" val="1690759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027"/>
          <p:cNvSpPr>
            <a:spLocks noGrp="1" noChangeArrowheads="1"/>
          </p:cNvSpPr>
          <p:nvPr>
            <p:ph type="title"/>
          </p:nvPr>
        </p:nvSpPr>
        <p:spPr/>
        <p:txBody>
          <a:bodyPr/>
          <a:lstStyle/>
          <a:p>
            <a:pPr eaLnBrk="1" hangingPunct="1"/>
            <a:r>
              <a:rPr lang="en-US" sz="3600" dirty="0">
                <a:ea typeface="ＭＳ Ｐゴシック" pitchFamily="34" charset="-128"/>
              </a:rPr>
              <a:t>Adding mutual exclusion</a:t>
            </a:r>
          </a:p>
        </p:txBody>
      </p:sp>
      <p:sp>
        <p:nvSpPr>
          <p:cNvPr id="31746" name="Rectangle 1028"/>
          <p:cNvSpPr>
            <a:spLocks noGrp="1" noChangeArrowheads="1"/>
          </p:cNvSpPr>
          <p:nvPr>
            <p:ph idx="1"/>
          </p:nvPr>
        </p:nvSpPr>
        <p:spPr/>
        <p:txBody>
          <a:bodyPr>
            <a:normAutofit/>
          </a:bodyPr>
          <a:lstStyle/>
          <a:p>
            <a:pPr eaLnBrk="1" hangingPunct="1"/>
            <a:r>
              <a:rPr lang="en-US" sz="2800" dirty="0">
                <a:ea typeface="ＭＳ Ｐゴシック" pitchFamily="34" charset="-128"/>
              </a:rPr>
              <a:t>N buffers, each can hold one item.</a:t>
            </a:r>
          </a:p>
          <a:p>
            <a:pPr eaLnBrk="1" hangingPunct="1"/>
            <a:r>
              <a:rPr lang="en-US" sz="2800" dirty="0">
                <a:ea typeface="ＭＳ Ｐゴシック" pitchFamily="34" charset="-128"/>
              </a:rPr>
              <a:t>Semaphore </a:t>
            </a:r>
            <a:r>
              <a:rPr lang="en-US" sz="2800" dirty="0">
                <a:solidFill>
                  <a:srgbClr val="FF0000"/>
                </a:solidFill>
                <a:ea typeface="ＭＳ Ｐゴシック" pitchFamily="34" charset="-128"/>
              </a:rPr>
              <a:t>full </a:t>
            </a:r>
            <a:r>
              <a:rPr lang="en-US" sz="2800" dirty="0">
                <a:ea typeface="ＭＳ Ｐゴシック" pitchFamily="34" charset="-128"/>
              </a:rPr>
              <a:t>initialized to the value 0.</a:t>
            </a:r>
          </a:p>
          <a:p>
            <a:pPr lvl="1" eaLnBrk="1" hangingPunct="1"/>
            <a:r>
              <a:rPr lang="en-US" sz="2400" dirty="0">
                <a:ea typeface="ＭＳ Ｐゴシック" pitchFamily="34" charset="-128"/>
              </a:rPr>
              <a:t>Counting the number of full buffer.</a:t>
            </a:r>
          </a:p>
          <a:p>
            <a:pPr eaLnBrk="1" hangingPunct="1"/>
            <a:r>
              <a:rPr lang="en-US" sz="2800" dirty="0">
                <a:ea typeface="ＭＳ Ｐゴシック" pitchFamily="34" charset="-128"/>
              </a:rPr>
              <a:t>Semaphore </a:t>
            </a:r>
            <a:r>
              <a:rPr lang="en-US" sz="2800" dirty="0">
                <a:solidFill>
                  <a:srgbClr val="FF0000"/>
                </a:solidFill>
                <a:ea typeface="ＭＳ Ｐゴシック" pitchFamily="34" charset="-128"/>
              </a:rPr>
              <a:t>empty</a:t>
            </a:r>
            <a:r>
              <a:rPr lang="en-US" sz="2800" dirty="0">
                <a:ea typeface="ＭＳ Ｐゴシック" pitchFamily="34" charset="-128"/>
              </a:rPr>
              <a:t> initialized to the value N.</a:t>
            </a:r>
          </a:p>
          <a:p>
            <a:pPr lvl="1" eaLnBrk="1" hangingPunct="1"/>
            <a:r>
              <a:rPr lang="en-US" sz="2400" dirty="0">
                <a:ea typeface="ＭＳ Ｐゴシック" pitchFamily="34" charset="-128"/>
              </a:rPr>
              <a:t>Counting the number of empty buffer.</a:t>
            </a:r>
          </a:p>
          <a:p>
            <a:pPr eaLnBrk="1" hangingPunct="1"/>
            <a:r>
              <a:rPr lang="en-US" sz="2800" dirty="0">
                <a:ea typeface="ＭＳ Ｐゴシック" pitchFamily="34" charset="-128"/>
              </a:rPr>
              <a:t>Semaphore </a:t>
            </a:r>
            <a:r>
              <a:rPr lang="en-US" sz="2800" dirty="0">
                <a:solidFill>
                  <a:srgbClr val="FF0000"/>
                </a:solidFill>
                <a:ea typeface="ＭＳ Ｐゴシック" pitchFamily="34" charset="-128"/>
              </a:rPr>
              <a:t>mutex</a:t>
            </a:r>
            <a:r>
              <a:rPr lang="en-US" sz="2800" dirty="0">
                <a:ea typeface="ＭＳ Ｐゴシック" pitchFamily="34" charset="-128"/>
              </a:rPr>
              <a:t> initialized to the value 1.</a:t>
            </a:r>
          </a:p>
          <a:p>
            <a:pPr lvl="1" eaLnBrk="1" hangingPunct="1"/>
            <a:r>
              <a:rPr lang="en-US" sz="2400" dirty="0">
                <a:ea typeface="ＭＳ Ｐゴシック" pitchFamily="34" charset="-128"/>
              </a:rPr>
              <a:t>Providing mutual exclusion for accesses to the buffer pool.</a:t>
            </a:r>
          </a:p>
        </p:txBody>
      </p:sp>
      <p:sp>
        <p:nvSpPr>
          <p:cNvPr id="2" name="Slide Number Placeholder 1"/>
          <p:cNvSpPr>
            <a:spLocks noGrp="1"/>
          </p:cNvSpPr>
          <p:nvPr>
            <p:ph type="sldNum" sz="quarter" idx="12"/>
          </p:nvPr>
        </p:nvSpPr>
        <p:spPr/>
        <p:txBody>
          <a:bodyPr/>
          <a:lstStyle/>
          <a:p>
            <a:pPr>
              <a:defRPr/>
            </a:pPr>
            <a:fld id="{3180BF52-1577-4121-93F0-891A1B819983}" type="slidenum">
              <a:rPr lang="en-US" smtClean="0"/>
              <a:pPr>
                <a:defRPr/>
              </a:pPr>
              <a:t>20</a:t>
            </a:fld>
            <a:endParaRPr lang="en-US" dirty="0"/>
          </a:p>
        </p:txBody>
      </p:sp>
      <p:sp>
        <p:nvSpPr>
          <p:cNvPr id="31748" name="Rectangle 1026"/>
          <p:cNvSpPr>
            <a:spLocks noChangeArrowheads="1"/>
          </p:cNvSpPr>
          <p:nvPr/>
        </p:nvSpPr>
        <p:spPr bwMode="auto">
          <a:xfrm>
            <a:off x="4016375" y="3246438"/>
            <a:ext cx="184150" cy="366712"/>
          </a:xfrm>
          <a:prstGeom prst="rect">
            <a:avLst/>
          </a:prstGeom>
          <a:noFill/>
          <a:ln w="9525">
            <a:noFill/>
            <a:miter lim="800000"/>
            <a:headEnd/>
            <a:tailEnd/>
          </a:ln>
        </p:spPr>
        <p:txBody>
          <a:bodyPr wrap="none">
            <a:spAutoFit/>
          </a:bodyPr>
          <a:lstStyle/>
          <a:p>
            <a:pPr eaLnBrk="0" hangingPunct="0"/>
            <a:endParaRPr kumimoji="1" lang="en-US">
              <a:latin typeface="Helvetica" pitchFamily="34" charset="0"/>
            </a:endParaRPr>
          </a:p>
        </p:txBody>
      </p:sp>
    </p:spTree>
    <p:extLst>
      <p:ext uri="{BB962C8B-B14F-4D97-AF65-F5344CB8AC3E}">
        <p14:creationId xmlns:p14="http://schemas.microsoft.com/office/powerpoint/2010/main" val="350549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0"/>
          <p:cNvSpPr>
            <a:spLocks noGrp="1" noChangeArrowheads="1"/>
          </p:cNvSpPr>
          <p:nvPr>
            <p:ph type="title"/>
          </p:nvPr>
        </p:nvSpPr>
        <p:spPr/>
        <p:txBody>
          <a:bodyPr/>
          <a:lstStyle/>
          <a:p>
            <a:pPr eaLnBrk="1" hangingPunct="1"/>
            <a:r>
              <a:rPr lang="en-US" dirty="0">
                <a:ea typeface="ＭＳ Ｐゴシック" pitchFamily="34" charset="-128"/>
              </a:rPr>
              <a:t>Solution (synchronized)</a:t>
            </a:r>
          </a:p>
        </p:txBody>
      </p:sp>
      <p:sp>
        <p:nvSpPr>
          <p:cNvPr id="2" name="Slide Number Placeholder 1"/>
          <p:cNvSpPr>
            <a:spLocks noGrp="1"/>
          </p:cNvSpPr>
          <p:nvPr>
            <p:ph type="sldNum" sz="quarter" idx="12"/>
          </p:nvPr>
        </p:nvSpPr>
        <p:spPr/>
        <p:txBody>
          <a:bodyPr/>
          <a:lstStyle/>
          <a:p>
            <a:pPr>
              <a:defRPr/>
            </a:pPr>
            <a:fld id="{CB25FCC0-7A1A-455C-A362-D69077656366}" type="slidenum">
              <a:rPr lang="en-US" smtClean="0"/>
              <a:pPr>
                <a:defRPr/>
              </a:pPr>
              <a:t>21</a:t>
            </a:fld>
            <a:endParaRPr lang="en-US" dirty="0"/>
          </a:p>
        </p:txBody>
      </p:sp>
      <p:sp>
        <p:nvSpPr>
          <p:cNvPr id="7" name="Rectangle 6"/>
          <p:cNvSpPr>
            <a:spLocks noChangeArrowheads="1"/>
          </p:cNvSpPr>
          <p:nvPr/>
        </p:nvSpPr>
        <p:spPr bwMode="auto">
          <a:xfrm>
            <a:off x="2133600" y="1524000"/>
            <a:ext cx="3886200" cy="47244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anchor="t" anchorCtr="0"/>
          <a:lstStyle/>
          <a:p>
            <a:pPr>
              <a:tabLst>
                <a:tab pos="463550" algn="l"/>
              </a:tabLst>
            </a:pPr>
            <a:r>
              <a:rPr lang="en-US" sz="2000" dirty="0" err="1">
                <a:latin typeface="Candara" panose="020E0502030303020204" pitchFamily="34" charset="0"/>
              </a:rPr>
              <a:t>sem_t</a:t>
            </a:r>
            <a:r>
              <a:rPr lang="en-US" sz="2000" dirty="0">
                <a:latin typeface="Candara" panose="020E0502030303020204" pitchFamily="34" charset="0"/>
              </a:rPr>
              <a:t> empty;</a:t>
            </a:r>
          </a:p>
          <a:p>
            <a:pPr>
              <a:tabLst>
                <a:tab pos="463550" algn="l"/>
              </a:tabLst>
            </a:pPr>
            <a:r>
              <a:rPr lang="en-US" sz="2000" dirty="0" err="1">
                <a:latin typeface="Candara" panose="020E0502030303020204" pitchFamily="34" charset="0"/>
              </a:rPr>
              <a:t>sem_t</a:t>
            </a:r>
            <a:r>
              <a:rPr lang="en-US" sz="2000" dirty="0">
                <a:latin typeface="Candara" panose="020E0502030303020204" pitchFamily="34" charset="0"/>
              </a:rPr>
              <a:t> full;</a:t>
            </a:r>
          </a:p>
          <a:p>
            <a:pPr>
              <a:tabLst>
                <a:tab pos="463550" algn="l"/>
              </a:tabLst>
            </a:pPr>
            <a:r>
              <a:rPr lang="en-US" sz="2000" dirty="0" err="1">
                <a:latin typeface="Candara" panose="020E0502030303020204" pitchFamily="34" charset="0"/>
              </a:rPr>
              <a:t>sem_t</a:t>
            </a:r>
            <a:r>
              <a:rPr lang="en-US" sz="2000" dirty="0">
                <a:latin typeface="Candara" panose="020E0502030303020204" pitchFamily="34" charset="0"/>
              </a:rPr>
              <a:t> </a:t>
            </a:r>
            <a:r>
              <a:rPr lang="en-US" sz="2000" dirty="0" err="1">
                <a:latin typeface="Candara" panose="020E0502030303020204" pitchFamily="34" charset="0"/>
              </a:rPr>
              <a:t>mutex</a:t>
            </a: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*producer(</a:t>
            </a:r>
            <a:r>
              <a:rPr lang="en-US" sz="2000" dirty="0" err="1">
                <a:latin typeface="Candara" panose="020E0502030303020204" pitchFamily="34" charset="0"/>
              </a:rPr>
              <a:t>ItemType</a:t>
            </a:r>
            <a:r>
              <a:rPr lang="en-US" sz="2000" dirty="0">
                <a:latin typeface="Candara" panose="020E0502030303020204" pitchFamily="34" charset="0"/>
              </a:rPr>
              <a:t> item)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(&amp;empty);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a:t>
            </a:r>
            <a:r>
              <a:rPr lang="en-US" sz="2000" dirty="0" err="1">
                <a:latin typeface="Candara" panose="020E0502030303020204" pitchFamily="34" charset="0"/>
              </a:rPr>
              <a:t>mutex</a:t>
            </a:r>
            <a:r>
              <a:rPr lang="en-US" sz="2000" dirty="0">
                <a:latin typeface="Candara" panose="020E0502030303020204" pitchFamily="34" charset="0"/>
              </a:rPr>
              <a:t>); </a:t>
            </a:r>
          </a:p>
          <a:p>
            <a:pPr>
              <a:tabLst>
                <a:tab pos="463550" algn="l"/>
              </a:tabLst>
            </a:pPr>
            <a:r>
              <a:rPr lang="en-US" sz="2000" dirty="0">
                <a:latin typeface="Candara" panose="020E0502030303020204" pitchFamily="34" charset="0"/>
              </a:rPr>
              <a:t>	put(item); </a:t>
            </a:r>
          </a:p>
          <a:p>
            <a:pPr lvl="1">
              <a:tabLst>
                <a:tab pos="463550" algn="l"/>
              </a:tabLst>
            </a:pPr>
            <a:r>
              <a:rPr lang="en-US" sz="2000" dirty="0" err="1">
                <a:latin typeface="Candara" panose="020E0502030303020204" pitchFamily="34" charset="0"/>
              </a:rPr>
              <a:t>sem_post</a:t>
            </a:r>
            <a:r>
              <a:rPr lang="en-US" sz="2000" dirty="0">
                <a:latin typeface="Candara" panose="020E0502030303020204" pitchFamily="34" charset="0"/>
              </a:rPr>
              <a:t>(&amp;</a:t>
            </a:r>
            <a:r>
              <a:rPr lang="en-US" sz="2000" dirty="0" err="1">
                <a:latin typeface="Candara" panose="020E0502030303020204" pitchFamily="34" charset="0"/>
              </a:rPr>
              <a:t>mutex</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sem_post</a:t>
            </a:r>
            <a:r>
              <a:rPr lang="en-US" sz="2000" dirty="0">
                <a:latin typeface="Candara" panose="020E0502030303020204" pitchFamily="34" charset="0"/>
              </a:rPr>
              <a:t>(&amp;full); </a:t>
            </a:r>
          </a:p>
          <a:p>
            <a:pPr>
              <a:tabLst>
                <a:tab pos="463550" algn="l"/>
              </a:tabLst>
            </a:pP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p:txBody>
      </p:sp>
      <p:sp>
        <p:nvSpPr>
          <p:cNvPr id="8" name="Rectangle 7"/>
          <p:cNvSpPr>
            <a:spLocks noChangeArrowheads="1"/>
          </p:cNvSpPr>
          <p:nvPr/>
        </p:nvSpPr>
        <p:spPr bwMode="auto">
          <a:xfrm>
            <a:off x="6172200" y="1524000"/>
            <a:ext cx="3886200" cy="47244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anchor="t" anchorCtr="0"/>
          <a:lstStyle/>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*consumer(</a:t>
            </a:r>
            <a:r>
              <a:rPr lang="en-US" sz="2000" dirty="0" err="1">
                <a:latin typeface="Candara" panose="020E0502030303020204" pitchFamily="34" charset="0"/>
              </a:rPr>
              <a:t>ItemType</a:t>
            </a:r>
            <a:r>
              <a:rPr lang="en-US" sz="2000" dirty="0">
                <a:latin typeface="Candara" panose="020E0502030303020204" pitchFamily="34" charset="0"/>
              </a:rPr>
              <a:t>&amp; item)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(&amp;full);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a:t>
            </a:r>
            <a:r>
              <a:rPr lang="en-US" sz="2000" dirty="0" err="1">
                <a:latin typeface="Candara" panose="020E0502030303020204" pitchFamily="34" charset="0"/>
              </a:rPr>
              <a:t>mutex</a:t>
            </a:r>
            <a:r>
              <a:rPr lang="en-US" sz="2000" dirty="0">
                <a:latin typeface="Candara" panose="020E0502030303020204" pitchFamily="34" charset="0"/>
              </a:rPr>
              <a:t>); </a:t>
            </a:r>
          </a:p>
          <a:p>
            <a:pPr>
              <a:tabLst>
                <a:tab pos="463550" algn="l"/>
              </a:tabLst>
            </a:pPr>
            <a:r>
              <a:rPr lang="en-US" sz="2000" dirty="0">
                <a:latin typeface="Candara" panose="020E0502030303020204" pitchFamily="34" charset="0"/>
              </a:rPr>
              <a:t>	item = get();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sem_post</a:t>
            </a:r>
            <a:r>
              <a:rPr lang="en-US" sz="2000" dirty="0">
                <a:latin typeface="Candara" panose="020E0502030303020204" pitchFamily="34" charset="0"/>
              </a:rPr>
              <a:t>(&amp;</a:t>
            </a:r>
            <a:r>
              <a:rPr lang="en-US" sz="2000" dirty="0" err="1">
                <a:latin typeface="Candara" panose="020E0502030303020204" pitchFamily="34" charset="0"/>
              </a:rPr>
              <a:t>mutex</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sem_post</a:t>
            </a:r>
            <a:r>
              <a:rPr lang="en-US" sz="2000" dirty="0">
                <a:latin typeface="Candara" panose="020E0502030303020204" pitchFamily="34" charset="0"/>
              </a:rPr>
              <a:t>(&amp;empty);</a:t>
            </a: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err="1">
                <a:latin typeface="Candara" panose="020E0502030303020204" pitchFamily="34" charset="0"/>
              </a:rPr>
              <a:t>int</a:t>
            </a:r>
            <a:r>
              <a:rPr lang="en-US" sz="2000" dirty="0">
                <a:latin typeface="Candara" panose="020E0502030303020204" pitchFamily="34" charset="0"/>
              </a:rPr>
              <a:t> main()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sem_init</a:t>
            </a:r>
            <a:r>
              <a:rPr lang="en-US" sz="2000" dirty="0">
                <a:latin typeface="Candara" panose="020E0502030303020204" pitchFamily="34" charset="0"/>
              </a:rPr>
              <a:t>(&amp;empty, 0, MAX); </a:t>
            </a:r>
          </a:p>
          <a:p>
            <a:pPr>
              <a:tabLst>
                <a:tab pos="463550" algn="l"/>
              </a:tabLst>
            </a:pPr>
            <a:r>
              <a:rPr lang="en-US" sz="2000" dirty="0">
                <a:latin typeface="Candara" panose="020E0502030303020204" pitchFamily="34" charset="0"/>
              </a:rPr>
              <a:t>	</a:t>
            </a:r>
            <a:r>
              <a:rPr lang="is-IS" sz="2000" dirty="0">
                <a:latin typeface="Candara" panose="020E0502030303020204" pitchFamily="34" charset="0"/>
              </a:rPr>
              <a:t>sem_init(&amp;full, 0, 0);</a:t>
            </a:r>
            <a:br>
              <a:rPr lang="is-IS" sz="2000" dirty="0">
                <a:latin typeface="Candara" panose="020E0502030303020204" pitchFamily="34" charset="0"/>
              </a:rPr>
            </a:br>
            <a:r>
              <a:rPr lang="is-IS" sz="2000" dirty="0">
                <a:latin typeface="Candara" panose="020E0502030303020204" pitchFamily="34" charset="0"/>
              </a:rPr>
              <a:t>	</a:t>
            </a:r>
            <a:r>
              <a:rPr lang="de-DE" sz="2000" dirty="0" err="1">
                <a:latin typeface="Candara" panose="020E0502030303020204" pitchFamily="34" charset="0"/>
              </a:rPr>
              <a:t>sem_init</a:t>
            </a:r>
            <a:r>
              <a:rPr lang="de-DE" sz="2000" dirty="0">
                <a:latin typeface="Candara" panose="020E0502030303020204" pitchFamily="34" charset="0"/>
              </a:rPr>
              <a:t>(&amp;</a:t>
            </a:r>
            <a:r>
              <a:rPr lang="de-DE" sz="2000" dirty="0" err="1">
                <a:latin typeface="Candara" panose="020E0502030303020204" pitchFamily="34" charset="0"/>
              </a:rPr>
              <a:t>mutex</a:t>
            </a:r>
            <a:r>
              <a:rPr lang="de-DE" sz="2000" dirty="0">
                <a:latin typeface="Candara" panose="020E0502030303020204" pitchFamily="34" charset="0"/>
              </a:rPr>
              <a:t>, 0, 1); </a:t>
            </a: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8"/>
          <p:cNvSpPr>
            <a:spLocks noGrp="1" noChangeArrowheads="1"/>
          </p:cNvSpPr>
          <p:nvPr>
            <p:ph type="title"/>
          </p:nvPr>
        </p:nvSpPr>
        <p:spPr>
          <a:xfrm>
            <a:off x="609600" y="76200"/>
            <a:ext cx="10972800" cy="987552"/>
          </a:xfrm>
        </p:spPr>
        <p:txBody>
          <a:bodyPr/>
          <a:lstStyle/>
          <a:p>
            <a:r>
              <a:rPr lang="en-US" dirty="0"/>
              <a:t>Readers-writers problem</a:t>
            </a:r>
          </a:p>
        </p:txBody>
      </p:sp>
      <p:sp>
        <p:nvSpPr>
          <p:cNvPr id="39938" name="Rectangle 9"/>
          <p:cNvSpPr>
            <a:spLocks noGrp="1" noChangeArrowheads="1"/>
          </p:cNvSpPr>
          <p:nvPr>
            <p:ph idx="1"/>
          </p:nvPr>
        </p:nvSpPr>
        <p:spPr>
          <a:xfrm>
            <a:off x="609600" y="1219200"/>
            <a:ext cx="10972800" cy="4360855"/>
          </a:xfrm>
        </p:spPr>
        <p:txBody>
          <a:bodyPr>
            <a:normAutofit lnSpcReduction="10000"/>
          </a:bodyPr>
          <a:lstStyle/>
          <a:p>
            <a:r>
              <a:rPr lang="en-US" dirty="0"/>
              <a:t>A data set is shared among a </a:t>
            </a:r>
            <a:br>
              <a:rPr lang="en-US" dirty="0"/>
            </a:br>
            <a:r>
              <a:rPr lang="en-US" dirty="0"/>
              <a:t>number of concurrent threads</a:t>
            </a:r>
          </a:p>
          <a:p>
            <a:pPr lvl="1"/>
            <a:r>
              <a:rPr lang="en-US" dirty="0"/>
              <a:t>Readers – only read the data set; </a:t>
            </a:r>
            <a:br>
              <a:rPr lang="en-US" dirty="0"/>
            </a:br>
            <a:r>
              <a:rPr lang="en-US" dirty="0"/>
              <a:t>they do not perform any updates.</a:t>
            </a:r>
          </a:p>
          <a:p>
            <a:pPr lvl="1"/>
            <a:r>
              <a:rPr lang="en-US" dirty="0"/>
              <a:t>Writers – can write.</a:t>
            </a:r>
          </a:p>
          <a:p>
            <a:r>
              <a:rPr lang="en-US" dirty="0"/>
              <a:t>Problem</a:t>
            </a:r>
          </a:p>
          <a:p>
            <a:pPr lvl="1"/>
            <a:r>
              <a:rPr lang="en-US" dirty="0"/>
              <a:t>Allow multiple readers to read at the same time.</a:t>
            </a:r>
          </a:p>
          <a:p>
            <a:pPr lvl="1"/>
            <a:r>
              <a:rPr lang="en-US" dirty="0"/>
              <a:t>Only one single writer can access the shared data at the same time.</a:t>
            </a:r>
          </a:p>
        </p:txBody>
      </p:sp>
      <p:sp>
        <p:nvSpPr>
          <p:cNvPr id="3" name="Slide Number Placeholder 2"/>
          <p:cNvSpPr>
            <a:spLocks noGrp="1"/>
          </p:cNvSpPr>
          <p:nvPr>
            <p:ph type="sldNum" sz="quarter" idx="12"/>
          </p:nvPr>
        </p:nvSpPr>
        <p:spPr>
          <a:xfrm>
            <a:off x="10939195" y="6583680"/>
            <a:ext cx="978485" cy="274320"/>
          </a:xfrm>
        </p:spPr>
        <p:txBody>
          <a:bodyPr/>
          <a:lstStyle/>
          <a:p>
            <a:fld id="{3180BF52-1577-4121-93F0-891A1B819983}" type="slidenum">
              <a:rPr lang="en-US" smtClean="0"/>
              <a:pPr/>
              <a:t>22</a:t>
            </a:fld>
            <a:endParaRPr lang="en-US" dirty="0"/>
          </a:p>
        </p:txBody>
      </p:sp>
      <p:grpSp>
        <p:nvGrpSpPr>
          <p:cNvPr id="2" name="Group 66"/>
          <p:cNvGrpSpPr>
            <a:grpSpLocks/>
          </p:cNvGrpSpPr>
          <p:nvPr/>
        </p:nvGrpSpPr>
        <p:grpSpPr bwMode="auto">
          <a:xfrm>
            <a:off x="3048000" y="5729288"/>
            <a:ext cx="5867400" cy="823913"/>
            <a:chOff x="768" y="3369"/>
            <a:chExt cx="3696" cy="519"/>
          </a:xfrm>
        </p:grpSpPr>
        <p:sp>
          <p:nvSpPr>
            <p:cNvPr id="39950" name="Line 30"/>
            <p:cNvSpPr>
              <a:spLocks noChangeShapeType="1"/>
            </p:cNvSpPr>
            <p:nvPr/>
          </p:nvSpPr>
          <p:spPr bwMode="auto">
            <a:xfrm>
              <a:off x="864" y="3696"/>
              <a:ext cx="3600" cy="0"/>
            </a:xfrm>
            <a:prstGeom prst="line">
              <a:avLst/>
            </a:prstGeom>
            <a:noFill/>
            <a:ln w="28575">
              <a:solidFill>
                <a:schemeClr val="tx1"/>
              </a:solidFill>
              <a:round/>
              <a:headEnd/>
              <a:tailEnd type="triangle" w="med" len="med"/>
            </a:ln>
          </p:spPr>
          <p:txBody>
            <a:bodyPr/>
            <a:lstStyle/>
            <a:p>
              <a:endParaRPr lang="en-US" dirty="0">
                <a:latin typeface="Candara" panose="020E0502030303020204" pitchFamily="34" charset="0"/>
              </a:endParaRPr>
            </a:p>
          </p:txBody>
        </p:sp>
        <p:sp>
          <p:nvSpPr>
            <p:cNvPr id="39951" name="Line 31"/>
            <p:cNvSpPr>
              <a:spLocks noChangeShapeType="1"/>
            </p:cNvSpPr>
            <p:nvPr/>
          </p:nvSpPr>
          <p:spPr bwMode="auto">
            <a:xfrm>
              <a:off x="86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52" name="Line 32"/>
            <p:cNvSpPr>
              <a:spLocks noChangeShapeType="1"/>
            </p:cNvSpPr>
            <p:nvPr/>
          </p:nvSpPr>
          <p:spPr bwMode="auto">
            <a:xfrm>
              <a:off x="1296"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53" name="Line 33"/>
            <p:cNvSpPr>
              <a:spLocks noChangeShapeType="1"/>
            </p:cNvSpPr>
            <p:nvPr/>
          </p:nvSpPr>
          <p:spPr bwMode="auto">
            <a:xfrm>
              <a:off x="1728"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54" name="Line 34"/>
            <p:cNvSpPr>
              <a:spLocks noChangeShapeType="1"/>
            </p:cNvSpPr>
            <p:nvPr/>
          </p:nvSpPr>
          <p:spPr bwMode="auto">
            <a:xfrm>
              <a:off x="216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55" name="Line 35"/>
            <p:cNvSpPr>
              <a:spLocks noChangeShapeType="1"/>
            </p:cNvSpPr>
            <p:nvPr/>
          </p:nvSpPr>
          <p:spPr bwMode="auto">
            <a:xfrm>
              <a:off x="2592"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56" name="Line 36"/>
            <p:cNvSpPr>
              <a:spLocks noChangeShapeType="1"/>
            </p:cNvSpPr>
            <p:nvPr/>
          </p:nvSpPr>
          <p:spPr bwMode="auto">
            <a:xfrm>
              <a:off x="302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57" name="Line 37"/>
            <p:cNvSpPr>
              <a:spLocks noChangeShapeType="1"/>
            </p:cNvSpPr>
            <p:nvPr/>
          </p:nvSpPr>
          <p:spPr bwMode="auto">
            <a:xfrm>
              <a:off x="3456"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58" name="Line 38"/>
            <p:cNvSpPr>
              <a:spLocks noChangeShapeType="1"/>
            </p:cNvSpPr>
            <p:nvPr/>
          </p:nvSpPr>
          <p:spPr bwMode="auto">
            <a:xfrm>
              <a:off x="3888"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59" name="Rectangle 39"/>
            <p:cNvSpPr>
              <a:spLocks noChangeArrowheads="1"/>
            </p:cNvSpPr>
            <p:nvPr/>
          </p:nvSpPr>
          <p:spPr bwMode="auto">
            <a:xfrm>
              <a:off x="768" y="3369"/>
              <a:ext cx="239"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1</a:t>
              </a:r>
            </a:p>
          </p:txBody>
        </p:sp>
        <p:sp>
          <p:nvSpPr>
            <p:cNvPr id="39960" name="Rectangle 40"/>
            <p:cNvSpPr>
              <a:spLocks noChangeArrowheads="1"/>
            </p:cNvSpPr>
            <p:nvPr/>
          </p:nvSpPr>
          <p:spPr bwMode="auto">
            <a:xfrm>
              <a:off x="960"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2</a:t>
              </a:r>
            </a:p>
          </p:txBody>
        </p:sp>
        <p:sp>
          <p:nvSpPr>
            <p:cNvPr id="39961" name="Rectangle 41"/>
            <p:cNvSpPr>
              <a:spLocks noChangeArrowheads="1"/>
            </p:cNvSpPr>
            <p:nvPr/>
          </p:nvSpPr>
          <p:spPr bwMode="auto">
            <a:xfrm>
              <a:off x="1371" y="3369"/>
              <a:ext cx="280"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W</a:t>
              </a:r>
              <a:r>
                <a:rPr lang="en-US" baseline="-25000" dirty="0">
                  <a:solidFill>
                    <a:srgbClr val="3366FF"/>
                  </a:solidFill>
                  <a:latin typeface="Candara" panose="020E0502030303020204" pitchFamily="34" charset="0"/>
                </a:rPr>
                <a:t>1</a:t>
              </a:r>
            </a:p>
          </p:txBody>
        </p:sp>
        <p:sp>
          <p:nvSpPr>
            <p:cNvPr id="39962" name="Rectangle 42"/>
            <p:cNvSpPr>
              <a:spLocks noChangeArrowheads="1"/>
            </p:cNvSpPr>
            <p:nvPr/>
          </p:nvSpPr>
          <p:spPr bwMode="auto">
            <a:xfrm>
              <a:off x="1824"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3</a:t>
              </a:r>
            </a:p>
          </p:txBody>
        </p:sp>
        <p:sp>
          <p:nvSpPr>
            <p:cNvPr id="39963" name="Line 43"/>
            <p:cNvSpPr>
              <a:spLocks noChangeShapeType="1"/>
            </p:cNvSpPr>
            <p:nvPr/>
          </p:nvSpPr>
          <p:spPr bwMode="auto">
            <a:xfrm>
              <a:off x="108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64" name="Line 44"/>
            <p:cNvSpPr>
              <a:spLocks noChangeShapeType="1"/>
            </p:cNvSpPr>
            <p:nvPr/>
          </p:nvSpPr>
          <p:spPr bwMode="auto">
            <a:xfrm>
              <a:off x="1512"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65" name="Line 45"/>
            <p:cNvSpPr>
              <a:spLocks noChangeShapeType="1"/>
            </p:cNvSpPr>
            <p:nvPr/>
          </p:nvSpPr>
          <p:spPr bwMode="auto">
            <a:xfrm>
              <a:off x="194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66" name="Line 46"/>
            <p:cNvSpPr>
              <a:spLocks noChangeShapeType="1"/>
            </p:cNvSpPr>
            <p:nvPr/>
          </p:nvSpPr>
          <p:spPr bwMode="auto">
            <a:xfrm>
              <a:off x="2376"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67" name="Line 47"/>
            <p:cNvSpPr>
              <a:spLocks noChangeShapeType="1"/>
            </p:cNvSpPr>
            <p:nvPr/>
          </p:nvSpPr>
          <p:spPr bwMode="auto">
            <a:xfrm>
              <a:off x="2808"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68" name="Line 48"/>
            <p:cNvSpPr>
              <a:spLocks noChangeShapeType="1"/>
            </p:cNvSpPr>
            <p:nvPr/>
          </p:nvSpPr>
          <p:spPr bwMode="auto">
            <a:xfrm>
              <a:off x="324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69" name="Line 49"/>
            <p:cNvSpPr>
              <a:spLocks noChangeShapeType="1"/>
            </p:cNvSpPr>
            <p:nvPr/>
          </p:nvSpPr>
          <p:spPr bwMode="auto">
            <a:xfrm>
              <a:off x="3672"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70" name="Line 50"/>
            <p:cNvSpPr>
              <a:spLocks noChangeShapeType="1"/>
            </p:cNvSpPr>
            <p:nvPr/>
          </p:nvSpPr>
          <p:spPr bwMode="auto">
            <a:xfrm>
              <a:off x="410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71" name="Text Box 51"/>
            <p:cNvSpPr txBox="1">
              <a:spLocks noChangeArrowheads="1"/>
            </p:cNvSpPr>
            <p:nvPr/>
          </p:nvSpPr>
          <p:spPr bwMode="auto">
            <a:xfrm>
              <a:off x="768"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0</a:t>
              </a:r>
            </a:p>
          </p:txBody>
        </p:sp>
        <p:sp>
          <p:nvSpPr>
            <p:cNvPr id="39972" name="Text Box 52"/>
            <p:cNvSpPr txBox="1">
              <a:spLocks noChangeArrowheads="1"/>
            </p:cNvSpPr>
            <p:nvPr/>
          </p:nvSpPr>
          <p:spPr bwMode="auto">
            <a:xfrm>
              <a:off x="1200"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2</a:t>
              </a:r>
            </a:p>
          </p:txBody>
        </p:sp>
        <p:sp>
          <p:nvSpPr>
            <p:cNvPr id="39973" name="Text Box 53"/>
            <p:cNvSpPr txBox="1">
              <a:spLocks noChangeArrowheads="1"/>
            </p:cNvSpPr>
            <p:nvPr/>
          </p:nvSpPr>
          <p:spPr bwMode="auto">
            <a:xfrm>
              <a:off x="1632"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4</a:t>
              </a:r>
            </a:p>
          </p:txBody>
        </p:sp>
        <p:sp>
          <p:nvSpPr>
            <p:cNvPr id="39974" name="Text Box 54"/>
            <p:cNvSpPr txBox="1">
              <a:spLocks noChangeArrowheads="1"/>
            </p:cNvSpPr>
            <p:nvPr/>
          </p:nvSpPr>
          <p:spPr bwMode="auto">
            <a:xfrm>
              <a:off x="2064"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6</a:t>
              </a:r>
            </a:p>
          </p:txBody>
        </p:sp>
        <p:sp>
          <p:nvSpPr>
            <p:cNvPr id="39975" name="Text Box 55"/>
            <p:cNvSpPr txBox="1">
              <a:spLocks noChangeArrowheads="1"/>
            </p:cNvSpPr>
            <p:nvPr/>
          </p:nvSpPr>
          <p:spPr bwMode="auto">
            <a:xfrm>
              <a:off x="2496"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8</a:t>
              </a:r>
            </a:p>
          </p:txBody>
        </p:sp>
        <p:sp>
          <p:nvSpPr>
            <p:cNvPr id="39976" name="Text Box 56"/>
            <p:cNvSpPr txBox="1">
              <a:spLocks noChangeArrowheads="1"/>
            </p:cNvSpPr>
            <p:nvPr/>
          </p:nvSpPr>
          <p:spPr bwMode="auto">
            <a:xfrm>
              <a:off x="2928"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10</a:t>
              </a:r>
            </a:p>
          </p:txBody>
        </p:sp>
        <p:sp>
          <p:nvSpPr>
            <p:cNvPr id="39977" name="Text Box 57"/>
            <p:cNvSpPr txBox="1">
              <a:spLocks noChangeArrowheads="1"/>
            </p:cNvSpPr>
            <p:nvPr/>
          </p:nvSpPr>
          <p:spPr bwMode="auto">
            <a:xfrm>
              <a:off x="3360"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12</a:t>
              </a:r>
            </a:p>
          </p:txBody>
        </p:sp>
        <p:sp>
          <p:nvSpPr>
            <p:cNvPr id="39978" name="Text Box 58"/>
            <p:cNvSpPr txBox="1">
              <a:spLocks noChangeArrowheads="1"/>
            </p:cNvSpPr>
            <p:nvPr/>
          </p:nvSpPr>
          <p:spPr bwMode="auto">
            <a:xfrm>
              <a:off x="3792"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14</a:t>
              </a:r>
            </a:p>
          </p:txBody>
        </p:sp>
        <p:sp>
          <p:nvSpPr>
            <p:cNvPr id="39979" name="Line 59"/>
            <p:cNvSpPr>
              <a:spLocks noChangeShapeType="1"/>
            </p:cNvSpPr>
            <p:nvPr/>
          </p:nvSpPr>
          <p:spPr bwMode="auto">
            <a:xfrm>
              <a:off x="432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39980" name="Text Box 60"/>
            <p:cNvSpPr txBox="1">
              <a:spLocks noChangeArrowheads="1"/>
            </p:cNvSpPr>
            <p:nvPr/>
          </p:nvSpPr>
          <p:spPr bwMode="auto">
            <a:xfrm>
              <a:off x="4224"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16</a:t>
              </a:r>
            </a:p>
          </p:txBody>
        </p:sp>
        <p:sp>
          <p:nvSpPr>
            <p:cNvPr id="39981" name="Rectangle 61"/>
            <p:cNvSpPr>
              <a:spLocks noChangeArrowheads="1"/>
            </p:cNvSpPr>
            <p:nvPr/>
          </p:nvSpPr>
          <p:spPr bwMode="auto">
            <a:xfrm>
              <a:off x="2039"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4</a:t>
              </a:r>
            </a:p>
          </p:txBody>
        </p:sp>
        <p:sp>
          <p:nvSpPr>
            <p:cNvPr id="39982" name="Rectangle 62"/>
            <p:cNvSpPr>
              <a:spLocks noChangeArrowheads="1"/>
            </p:cNvSpPr>
            <p:nvPr/>
          </p:nvSpPr>
          <p:spPr bwMode="auto">
            <a:xfrm>
              <a:off x="2880" y="3369"/>
              <a:ext cx="295"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W</a:t>
              </a:r>
              <a:r>
                <a:rPr lang="en-US" baseline="-25000" dirty="0">
                  <a:solidFill>
                    <a:srgbClr val="3366FF"/>
                  </a:solidFill>
                  <a:latin typeface="Candara" panose="020E0502030303020204" pitchFamily="34" charset="0"/>
                </a:rPr>
                <a:t>2</a:t>
              </a:r>
            </a:p>
          </p:txBody>
        </p:sp>
        <p:sp>
          <p:nvSpPr>
            <p:cNvPr id="39983" name="Rectangle 63"/>
            <p:cNvSpPr>
              <a:spLocks noChangeArrowheads="1"/>
            </p:cNvSpPr>
            <p:nvPr/>
          </p:nvSpPr>
          <p:spPr bwMode="auto">
            <a:xfrm>
              <a:off x="3276" y="3369"/>
              <a:ext cx="295"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W</a:t>
              </a:r>
              <a:r>
                <a:rPr lang="en-US" baseline="-25000" dirty="0">
                  <a:solidFill>
                    <a:srgbClr val="3366FF"/>
                  </a:solidFill>
                  <a:latin typeface="Candara" panose="020E0502030303020204" pitchFamily="34" charset="0"/>
                </a:rPr>
                <a:t>3</a:t>
              </a:r>
            </a:p>
          </p:txBody>
        </p:sp>
        <p:sp>
          <p:nvSpPr>
            <p:cNvPr id="39984" name="Rectangle 64"/>
            <p:cNvSpPr>
              <a:spLocks noChangeArrowheads="1"/>
            </p:cNvSpPr>
            <p:nvPr/>
          </p:nvSpPr>
          <p:spPr bwMode="auto">
            <a:xfrm>
              <a:off x="2471"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5</a:t>
              </a:r>
            </a:p>
          </p:txBody>
        </p:sp>
        <p:sp>
          <p:nvSpPr>
            <p:cNvPr id="39985" name="Rectangle 65"/>
            <p:cNvSpPr>
              <a:spLocks noChangeArrowheads="1"/>
            </p:cNvSpPr>
            <p:nvPr/>
          </p:nvSpPr>
          <p:spPr bwMode="auto">
            <a:xfrm>
              <a:off x="3744" y="3369"/>
              <a:ext cx="258"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6</a:t>
              </a:r>
            </a:p>
          </p:txBody>
        </p:sp>
      </p:grpSp>
      <p:sp>
        <p:nvSpPr>
          <p:cNvPr id="39941" name="AutoShape 67"/>
          <p:cNvSpPr>
            <a:spLocks noChangeArrowheads="1"/>
          </p:cNvSpPr>
          <p:nvPr/>
        </p:nvSpPr>
        <p:spPr bwMode="auto">
          <a:xfrm>
            <a:off x="8680450" y="1814513"/>
            <a:ext cx="685800" cy="914400"/>
          </a:xfrm>
          <a:prstGeom prst="can">
            <a:avLst>
              <a:gd name="adj" fmla="val 23265"/>
            </a:avLst>
          </a:prstGeom>
          <a:solidFill>
            <a:srgbClr val="6699FF"/>
          </a:solidFill>
          <a:ln w="9525">
            <a:solidFill>
              <a:schemeClr val="tx1"/>
            </a:solidFill>
            <a:round/>
            <a:headEnd/>
            <a:tailEnd/>
          </a:ln>
        </p:spPr>
        <p:txBody>
          <a:bodyPr wrap="none" anchor="ctr"/>
          <a:lstStyle/>
          <a:p>
            <a:pPr eaLnBrk="0" hangingPunct="0"/>
            <a:endParaRPr lang="en-US" u="sng"/>
          </a:p>
        </p:txBody>
      </p:sp>
      <p:sp>
        <p:nvSpPr>
          <p:cNvPr id="39942" name="Freeform 68"/>
          <p:cNvSpPr>
            <a:spLocks/>
          </p:cNvSpPr>
          <p:nvPr/>
        </p:nvSpPr>
        <p:spPr bwMode="auto">
          <a:xfrm>
            <a:off x="7762876" y="1854201"/>
            <a:ext cx="1177925" cy="295275"/>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a:tailEnd type="triangle" w="med" len="med"/>
          </a:ln>
        </p:spPr>
        <p:txBody>
          <a:bodyPr vert="eaVert" wrap="none" anchor="ctr"/>
          <a:lstStyle/>
          <a:p>
            <a:endParaRPr lang="en-US"/>
          </a:p>
        </p:txBody>
      </p:sp>
      <p:sp>
        <p:nvSpPr>
          <p:cNvPr id="39943" name="Freeform 69"/>
          <p:cNvSpPr>
            <a:spLocks/>
          </p:cNvSpPr>
          <p:nvPr/>
        </p:nvSpPr>
        <p:spPr bwMode="auto">
          <a:xfrm>
            <a:off x="9102726" y="1976439"/>
            <a:ext cx="1177925" cy="295275"/>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a:tailEnd type="triangle" w="med" len="med"/>
          </a:ln>
        </p:spPr>
        <p:txBody>
          <a:bodyPr vert="eaVert" wrap="none" anchor="ctr"/>
          <a:lstStyle/>
          <a:p>
            <a:endParaRPr lang="en-US"/>
          </a:p>
        </p:txBody>
      </p:sp>
      <p:sp>
        <p:nvSpPr>
          <p:cNvPr id="39944" name="Freeform 70"/>
          <p:cNvSpPr>
            <a:spLocks/>
          </p:cNvSpPr>
          <p:nvPr/>
        </p:nvSpPr>
        <p:spPr bwMode="auto">
          <a:xfrm rot="1801102">
            <a:off x="9102726" y="2667001"/>
            <a:ext cx="1177925" cy="295275"/>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a:tailEnd type="triangle" w="med" len="med"/>
          </a:ln>
        </p:spPr>
        <p:txBody>
          <a:bodyPr vert="eaVert" wrap="none" anchor="ctr"/>
          <a:lstStyle/>
          <a:p>
            <a:endParaRPr lang="en-US"/>
          </a:p>
        </p:txBody>
      </p:sp>
      <p:sp>
        <p:nvSpPr>
          <p:cNvPr id="39945" name="Freeform 71"/>
          <p:cNvSpPr>
            <a:spLocks/>
          </p:cNvSpPr>
          <p:nvPr/>
        </p:nvSpPr>
        <p:spPr bwMode="auto">
          <a:xfrm rot="-1900853">
            <a:off x="8058150" y="2574926"/>
            <a:ext cx="863600" cy="265113"/>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type="triangle" w="med" len="med"/>
            <a:tailEnd/>
          </a:ln>
        </p:spPr>
        <p:txBody>
          <a:bodyPr vert="eaVert" wrap="none" anchor="ctr"/>
          <a:lstStyle/>
          <a:p>
            <a:endParaRPr lang="en-US"/>
          </a:p>
        </p:txBody>
      </p:sp>
      <p:sp>
        <p:nvSpPr>
          <p:cNvPr id="39946" name="Text Box 72"/>
          <p:cNvSpPr txBox="1">
            <a:spLocks noChangeArrowheads="1"/>
          </p:cNvSpPr>
          <p:nvPr/>
        </p:nvSpPr>
        <p:spPr bwMode="auto">
          <a:xfrm>
            <a:off x="8312150" y="2667001"/>
            <a:ext cx="374650" cy="519113"/>
          </a:xfrm>
          <a:prstGeom prst="rect">
            <a:avLst/>
          </a:prstGeom>
          <a:noFill/>
          <a:ln w="38100">
            <a:noFill/>
            <a:miter lim="800000"/>
            <a:headEnd/>
            <a:tailEnd/>
          </a:ln>
        </p:spPr>
        <p:txBody>
          <a:bodyPr>
            <a:spAutoFit/>
          </a:bodyPr>
          <a:lstStyle/>
          <a:p>
            <a:pPr algn="ctr" eaLnBrk="0" hangingPunct="0">
              <a:spcBef>
                <a:spcPct val="50000"/>
              </a:spcBef>
            </a:pPr>
            <a:r>
              <a:rPr lang="en-US" sz="2800"/>
              <a:t>R</a:t>
            </a:r>
          </a:p>
        </p:txBody>
      </p:sp>
      <p:sp>
        <p:nvSpPr>
          <p:cNvPr id="39947" name="Text Box 73"/>
          <p:cNvSpPr txBox="1">
            <a:spLocks noChangeArrowheads="1"/>
          </p:cNvSpPr>
          <p:nvPr/>
        </p:nvSpPr>
        <p:spPr bwMode="auto">
          <a:xfrm>
            <a:off x="9747250" y="1600201"/>
            <a:ext cx="374650" cy="519113"/>
          </a:xfrm>
          <a:prstGeom prst="rect">
            <a:avLst/>
          </a:prstGeom>
          <a:noFill/>
          <a:ln w="38100">
            <a:noFill/>
            <a:miter lim="800000"/>
            <a:headEnd/>
            <a:tailEnd/>
          </a:ln>
        </p:spPr>
        <p:txBody>
          <a:bodyPr>
            <a:spAutoFit/>
          </a:bodyPr>
          <a:lstStyle/>
          <a:p>
            <a:pPr algn="ctr" eaLnBrk="0" hangingPunct="0">
              <a:spcBef>
                <a:spcPct val="50000"/>
              </a:spcBef>
            </a:pPr>
            <a:r>
              <a:rPr lang="en-US" sz="2800"/>
              <a:t>R</a:t>
            </a:r>
          </a:p>
        </p:txBody>
      </p:sp>
      <p:sp>
        <p:nvSpPr>
          <p:cNvPr id="39948" name="Text Box 74"/>
          <p:cNvSpPr txBox="1">
            <a:spLocks noChangeArrowheads="1"/>
          </p:cNvSpPr>
          <p:nvPr/>
        </p:nvSpPr>
        <p:spPr bwMode="auto">
          <a:xfrm>
            <a:off x="9494838" y="2667001"/>
            <a:ext cx="374650" cy="519113"/>
          </a:xfrm>
          <a:prstGeom prst="rect">
            <a:avLst/>
          </a:prstGeom>
          <a:noFill/>
          <a:ln w="38100">
            <a:noFill/>
            <a:miter lim="800000"/>
            <a:headEnd/>
            <a:tailEnd/>
          </a:ln>
        </p:spPr>
        <p:txBody>
          <a:bodyPr>
            <a:spAutoFit/>
          </a:bodyPr>
          <a:lstStyle/>
          <a:p>
            <a:pPr algn="ctr" eaLnBrk="0" hangingPunct="0">
              <a:spcBef>
                <a:spcPct val="50000"/>
              </a:spcBef>
            </a:pPr>
            <a:r>
              <a:rPr lang="en-US" sz="2800"/>
              <a:t>R</a:t>
            </a:r>
          </a:p>
        </p:txBody>
      </p:sp>
      <p:sp>
        <p:nvSpPr>
          <p:cNvPr id="39949" name="Text Box 75"/>
          <p:cNvSpPr txBox="1">
            <a:spLocks noChangeArrowheads="1"/>
          </p:cNvSpPr>
          <p:nvPr/>
        </p:nvSpPr>
        <p:spPr bwMode="auto">
          <a:xfrm>
            <a:off x="8050214" y="1866901"/>
            <a:ext cx="458787" cy="519113"/>
          </a:xfrm>
          <a:prstGeom prst="rect">
            <a:avLst/>
          </a:prstGeom>
          <a:noFill/>
          <a:ln w="38100">
            <a:noFill/>
            <a:miter lim="800000"/>
            <a:headEnd/>
            <a:tailEnd/>
          </a:ln>
        </p:spPr>
        <p:txBody>
          <a:bodyPr>
            <a:spAutoFit/>
          </a:bodyPr>
          <a:lstStyle/>
          <a:p>
            <a:pPr algn="ctr" eaLnBrk="0" hangingPunct="0">
              <a:spcBef>
                <a:spcPct val="50000"/>
              </a:spcBef>
            </a:pPr>
            <a:r>
              <a:rPr lang="en-US" sz="2800">
                <a:solidFill>
                  <a:schemeClr val="tx2"/>
                </a:solidFill>
              </a:rPr>
              <a:t>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132"/>
          <p:cNvSpPr>
            <a:spLocks noGrp="1" noChangeArrowheads="1"/>
          </p:cNvSpPr>
          <p:nvPr>
            <p:ph type="title"/>
          </p:nvPr>
        </p:nvSpPr>
        <p:spPr/>
        <p:txBody>
          <a:bodyPr/>
          <a:lstStyle/>
          <a:p>
            <a:r>
              <a:rPr lang="en-US" dirty="0"/>
              <a:t>Two versions</a:t>
            </a:r>
          </a:p>
        </p:txBody>
      </p:sp>
      <p:sp>
        <p:nvSpPr>
          <p:cNvPr id="41986" name="Rectangle 1133"/>
          <p:cNvSpPr>
            <a:spLocks noGrp="1" noChangeArrowheads="1"/>
          </p:cNvSpPr>
          <p:nvPr>
            <p:ph idx="1"/>
          </p:nvPr>
        </p:nvSpPr>
        <p:spPr/>
        <p:txBody>
          <a:bodyPr/>
          <a:lstStyle/>
          <a:p>
            <a:r>
              <a:rPr lang="en-US" dirty="0"/>
              <a:t>First readers-writers problem</a:t>
            </a:r>
          </a:p>
          <a:p>
            <a:pPr lvl="1"/>
            <a:r>
              <a:rPr lang="en-US" dirty="0"/>
              <a:t>No reader will be kept waiting </a:t>
            </a:r>
            <a:br>
              <a:rPr lang="en-US" dirty="0"/>
            </a:br>
            <a:r>
              <a:rPr lang="en-US" dirty="0"/>
              <a:t>unless a writer has already </a:t>
            </a:r>
            <a:br>
              <a:rPr lang="en-US" dirty="0"/>
            </a:br>
            <a:r>
              <a:rPr lang="en-US" dirty="0"/>
              <a:t>obtained permission to write </a:t>
            </a:r>
            <a:br>
              <a:rPr lang="en-US" dirty="0"/>
            </a:br>
            <a:r>
              <a:rPr lang="en-US" dirty="0"/>
              <a:t>the shared data</a:t>
            </a:r>
          </a:p>
          <a:p>
            <a:r>
              <a:rPr lang="en-US" dirty="0"/>
              <a:t>Second readers-writers problem</a:t>
            </a:r>
          </a:p>
          <a:p>
            <a:pPr lvl="1"/>
            <a:r>
              <a:rPr lang="en-US" dirty="0"/>
              <a:t>Once a writer is ready, that writer performs its write ASAP</a:t>
            </a:r>
          </a:p>
        </p:txBody>
      </p:sp>
      <p:sp>
        <p:nvSpPr>
          <p:cNvPr id="2" name="Slide Number Placeholder 1"/>
          <p:cNvSpPr>
            <a:spLocks noGrp="1"/>
          </p:cNvSpPr>
          <p:nvPr>
            <p:ph type="sldNum" sz="quarter" idx="12"/>
          </p:nvPr>
        </p:nvSpPr>
        <p:spPr/>
        <p:txBody>
          <a:bodyPr/>
          <a:lstStyle/>
          <a:p>
            <a:fld id="{3180BF52-1577-4121-93F0-891A1B819983}" type="slidenum">
              <a:rPr lang="en-US" smtClean="0"/>
              <a:pPr/>
              <a:t>23</a:t>
            </a:fld>
            <a:endParaRPr lang="en-US" dirty="0"/>
          </a:p>
        </p:txBody>
      </p:sp>
      <p:sp>
        <p:nvSpPr>
          <p:cNvPr id="41988" name="AutoShape 1040"/>
          <p:cNvSpPr>
            <a:spLocks noChangeArrowheads="1"/>
          </p:cNvSpPr>
          <p:nvPr/>
        </p:nvSpPr>
        <p:spPr bwMode="auto">
          <a:xfrm>
            <a:off x="8680450" y="1814513"/>
            <a:ext cx="685800" cy="914400"/>
          </a:xfrm>
          <a:prstGeom prst="can">
            <a:avLst>
              <a:gd name="adj" fmla="val 23265"/>
            </a:avLst>
          </a:prstGeom>
          <a:solidFill>
            <a:srgbClr val="6699FF"/>
          </a:solidFill>
          <a:ln w="9525">
            <a:solidFill>
              <a:schemeClr val="tx1"/>
            </a:solidFill>
            <a:round/>
            <a:headEnd/>
            <a:tailEnd/>
          </a:ln>
        </p:spPr>
        <p:txBody>
          <a:bodyPr wrap="none" anchor="ctr"/>
          <a:lstStyle/>
          <a:p>
            <a:pPr eaLnBrk="0" hangingPunct="0"/>
            <a:endParaRPr lang="en-US" u="sng"/>
          </a:p>
        </p:txBody>
      </p:sp>
      <p:sp>
        <p:nvSpPr>
          <p:cNvPr id="41989" name="Freeform 1041"/>
          <p:cNvSpPr>
            <a:spLocks/>
          </p:cNvSpPr>
          <p:nvPr/>
        </p:nvSpPr>
        <p:spPr bwMode="auto">
          <a:xfrm>
            <a:off x="7762876" y="1854201"/>
            <a:ext cx="1177925" cy="295275"/>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a:tailEnd type="triangle" w="med" len="med"/>
          </a:ln>
        </p:spPr>
        <p:txBody>
          <a:bodyPr vert="eaVert" wrap="none" anchor="ctr"/>
          <a:lstStyle/>
          <a:p>
            <a:endParaRPr lang="en-US"/>
          </a:p>
        </p:txBody>
      </p:sp>
      <p:sp>
        <p:nvSpPr>
          <p:cNvPr id="41990" name="Freeform 1043"/>
          <p:cNvSpPr>
            <a:spLocks/>
          </p:cNvSpPr>
          <p:nvPr/>
        </p:nvSpPr>
        <p:spPr bwMode="auto">
          <a:xfrm>
            <a:off x="9102726" y="1976439"/>
            <a:ext cx="1177925" cy="295275"/>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a:tailEnd type="triangle" w="med" len="med"/>
          </a:ln>
        </p:spPr>
        <p:txBody>
          <a:bodyPr vert="eaVert" wrap="none" anchor="ctr"/>
          <a:lstStyle/>
          <a:p>
            <a:endParaRPr lang="en-US"/>
          </a:p>
        </p:txBody>
      </p:sp>
      <p:sp>
        <p:nvSpPr>
          <p:cNvPr id="41991" name="Freeform 1044"/>
          <p:cNvSpPr>
            <a:spLocks/>
          </p:cNvSpPr>
          <p:nvPr/>
        </p:nvSpPr>
        <p:spPr bwMode="auto">
          <a:xfrm rot="1801102">
            <a:off x="9102726" y="2667001"/>
            <a:ext cx="1177925" cy="295275"/>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a:tailEnd type="triangle" w="med" len="med"/>
          </a:ln>
        </p:spPr>
        <p:txBody>
          <a:bodyPr vert="eaVert" wrap="none" anchor="ctr"/>
          <a:lstStyle/>
          <a:p>
            <a:endParaRPr lang="en-US"/>
          </a:p>
        </p:txBody>
      </p:sp>
      <p:sp>
        <p:nvSpPr>
          <p:cNvPr id="41992" name="Freeform 1045"/>
          <p:cNvSpPr>
            <a:spLocks/>
          </p:cNvSpPr>
          <p:nvPr/>
        </p:nvSpPr>
        <p:spPr bwMode="auto">
          <a:xfrm rot="-1900853">
            <a:off x="8058150" y="2574926"/>
            <a:ext cx="863600" cy="265113"/>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type="triangle" w="med" len="med"/>
            <a:tailEnd/>
          </a:ln>
        </p:spPr>
        <p:txBody>
          <a:bodyPr vert="eaVert" wrap="none" anchor="ctr"/>
          <a:lstStyle/>
          <a:p>
            <a:endParaRPr lang="en-US"/>
          </a:p>
        </p:txBody>
      </p:sp>
      <p:sp>
        <p:nvSpPr>
          <p:cNvPr id="41993" name="Text Box 1046"/>
          <p:cNvSpPr txBox="1">
            <a:spLocks noChangeArrowheads="1"/>
          </p:cNvSpPr>
          <p:nvPr/>
        </p:nvSpPr>
        <p:spPr bwMode="auto">
          <a:xfrm>
            <a:off x="8312150" y="2667001"/>
            <a:ext cx="374650" cy="519113"/>
          </a:xfrm>
          <a:prstGeom prst="rect">
            <a:avLst/>
          </a:prstGeom>
          <a:noFill/>
          <a:ln w="38100">
            <a:noFill/>
            <a:miter lim="800000"/>
            <a:headEnd/>
            <a:tailEnd/>
          </a:ln>
        </p:spPr>
        <p:txBody>
          <a:bodyPr>
            <a:spAutoFit/>
          </a:bodyPr>
          <a:lstStyle/>
          <a:p>
            <a:pPr algn="ctr" eaLnBrk="0" hangingPunct="0">
              <a:spcBef>
                <a:spcPct val="50000"/>
              </a:spcBef>
            </a:pPr>
            <a:r>
              <a:rPr lang="en-US" sz="2800"/>
              <a:t>R</a:t>
            </a:r>
          </a:p>
        </p:txBody>
      </p:sp>
      <p:sp>
        <p:nvSpPr>
          <p:cNvPr id="41994" name="Text Box 1047"/>
          <p:cNvSpPr txBox="1">
            <a:spLocks noChangeArrowheads="1"/>
          </p:cNvSpPr>
          <p:nvPr/>
        </p:nvSpPr>
        <p:spPr bwMode="auto">
          <a:xfrm>
            <a:off x="9747250" y="1600201"/>
            <a:ext cx="374650" cy="519113"/>
          </a:xfrm>
          <a:prstGeom prst="rect">
            <a:avLst/>
          </a:prstGeom>
          <a:noFill/>
          <a:ln w="38100">
            <a:noFill/>
            <a:miter lim="800000"/>
            <a:headEnd/>
            <a:tailEnd/>
          </a:ln>
        </p:spPr>
        <p:txBody>
          <a:bodyPr>
            <a:spAutoFit/>
          </a:bodyPr>
          <a:lstStyle/>
          <a:p>
            <a:pPr algn="ctr" eaLnBrk="0" hangingPunct="0">
              <a:spcBef>
                <a:spcPct val="50000"/>
              </a:spcBef>
            </a:pPr>
            <a:r>
              <a:rPr lang="en-US" sz="2800"/>
              <a:t>R</a:t>
            </a:r>
          </a:p>
        </p:txBody>
      </p:sp>
      <p:sp>
        <p:nvSpPr>
          <p:cNvPr id="41995" name="Text Box 1048"/>
          <p:cNvSpPr txBox="1">
            <a:spLocks noChangeArrowheads="1"/>
          </p:cNvSpPr>
          <p:nvPr/>
        </p:nvSpPr>
        <p:spPr bwMode="auto">
          <a:xfrm>
            <a:off x="9494838" y="2667001"/>
            <a:ext cx="374650" cy="519113"/>
          </a:xfrm>
          <a:prstGeom prst="rect">
            <a:avLst/>
          </a:prstGeom>
          <a:noFill/>
          <a:ln w="38100">
            <a:noFill/>
            <a:miter lim="800000"/>
            <a:headEnd/>
            <a:tailEnd/>
          </a:ln>
        </p:spPr>
        <p:txBody>
          <a:bodyPr>
            <a:spAutoFit/>
          </a:bodyPr>
          <a:lstStyle/>
          <a:p>
            <a:pPr algn="ctr" eaLnBrk="0" hangingPunct="0">
              <a:spcBef>
                <a:spcPct val="50000"/>
              </a:spcBef>
            </a:pPr>
            <a:r>
              <a:rPr lang="en-US" sz="2800"/>
              <a:t>R</a:t>
            </a:r>
          </a:p>
        </p:txBody>
      </p:sp>
      <p:sp>
        <p:nvSpPr>
          <p:cNvPr id="41996" name="Text Box 1049"/>
          <p:cNvSpPr txBox="1">
            <a:spLocks noChangeArrowheads="1"/>
          </p:cNvSpPr>
          <p:nvPr/>
        </p:nvSpPr>
        <p:spPr bwMode="auto">
          <a:xfrm>
            <a:off x="8050214" y="1866901"/>
            <a:ext cx="458787" cy="519113"/>
          </a:xfrm>
          <a:prstGeom prst="rect">
            <a:avLst/>
          </a:prstGeom>
          <a:noFill/>
          <a:ln w="38100">
            <a:noFill/>
            <a:miter lim="800000"/>
            <a:headEnd/>
            <a:tailEnd/>
          </a:ln>
        </p:spPr>
        <p:txBody>
          <a:bodyPr>
            <a:spAutoFit/>
          </a:bodyPr>
          <a:lstStyle/>
          <a:p>
            <a:pPr algn="ctr" eaLnBrk="0" hangingPunct="0">
              <a:spcBef>
                <a:spcPct val="50000"/>
              </a:spcBef>
            </a:pPr>
            <a:r>
              <a:rPr lang="en-US" sz="2800">
                <a:solidFill>
                  <a:schemeClr val="tx2"/>
                </a:solidFill>
              </a:rPr>
              <a:t>W</a:t>
            </a:r>
          </a:p>
        </p:txBody>
      </p:sp>
      <p:grpSp>
        <p:nvGrpSpPr>
          <p:cNvPr id="41997" name="Group 1134"/>
          <p:cNvGrpSpPr>
            <a:grpSpLocks/>
          </p:cNvGrpSpPr>
          <p:nvPr/>
        </p:nvGrpSpPr>
        <p:grpSpPr bwMode="auto">
          <a:xfrm>
            <a:off x="2743200" y="5410201"/>
            <a:ext cx="5867400" cy="823913"/>
            <a:chOff x="768" y="3369"/>
            <a:chExt cx="3696" cy="519"/>
          </a:xfrm>
        </p:grpSpPr>
        <p:sp>
          <p:nvSpPr>
            <p:cNvPr id="41998" name="Line 1135"/>
            <p:cNvSpPr>
              <a:spLocks noChangeShapeType="1"/>
            </p:cNvSpPr>
            <p:nvPr/>
          </p:nvSpPr>
          <p:spPr bwMode="auto">
            <a:xfrm>
              <a:off x="864" y="3696"/>
              <a:ext cx="3600" cy="0"/>
            </a:xfrm>
            <a:prstGeom prst="line">
              <a:avLst/>
            </a:prstGeom>
            <a:noFill/>
            <a:ln w="28575">
              <a:solidFill>
                <a:schemeClr val="tx1"/>
              </a:solidFill>
              <a:round/>
              <a:headEnd/>
              <a:tailEnd type="triangle" w="med" len="med"/>
            </a:ln>
          </p:spPr>
          <p:txBody>
            <a:bodyPr/>
            <a:lstStyle/>
            <a:p>
              <a:endParaRPr lang="en-US" dirty="0">
                <a:latin typeface="Candara" panose="020E0502030303020204" pitchFamily="34" charset="0"/>
              </a:endParaRPr>
            </a:p>
          </p:txBody>
        </p:sp>
        <p:sp>
          <p:nvSpPr>
            <p:cNvPr id="41999" name="Line 1136"/>
            <p:cNvSpPr>
              <a:spLocks noChangeShapeType="1"/>
            </p:cNvSpPr>
            <p:nvPr/>
          </p:nvSpPr>
          <p:spPr bwMode="auto">
            <a:xfrm>
              <a:off x="86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00" name="Line 1137"/>
            <p:cNvSpPr>
              <a:spLocks noChangeShapeType="1"/>
            </p:cNvSpPr>
            <p:nvPr/>
          </p:nvSpPr>
          <p:spPr bwMode="auto">
            <a:xfrm>
              <a:off x="1296"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01" name="Line 1138"/>
            <p:cNvSpPr>
              <a:spLocks noChangeShapeType="1"/>
            </p:cNvSpPr>
            <p:nvPr/>
          </p:nvSpPr>
          <p:spPr bwMode="auto">
            <a:xfrm>
              <a:off x="1728"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02" name="Line 1139"/>
            <p:cNvSpPr>
              <a:spLocks noChangeShapeType="1"/>
            </p:cNvSpPr>
            <p:nvPr/>
          </p:nvSpPr>
          <p:spPr bwMode="auto">
            <a:xfrm>
              <a:off x="216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03" name="Line 1140"/>
            <p:cNvSpPr>
              <a:spLocks noChangeShapeType="1"/>
            </p:cNvSpPr>
            <p:nvPr/>
          </p:nvSpPr>
          <p:spPr bwMode="auto">
            <a:xfrm>
              <a:off x="2592"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04" name="Line 1141"/>
            <p:cNvSpPr>
              <a:spLocks noChangeShapeType="1"/>
            </p:cNvSpPr>
            <p:nvPr/>
          </p:nvSpPr>
          <p:spPr bwMode="auto">
            <a:xfrm>
              <a:off x="302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05" name="Line 1142"/>
            <p:cNvSpPr>
              <a:spLocks noChangeShapeType="1"/>
            </p:cNvSpPr>
            <p:nvPr/>
          </p:nvSpPr>
          <p:spPr bwMode="auto">
            <a:xfrm>
              <a:off x="3456"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06" name="Line 1143"/>
            <p:cNvSpPr>
              <a:spLocks noChangeShapeType="1"/>
            </p:cNvSpPr>
            <p:nvPr/>
          </p:nvSpPr>
          <p:spPr bwMode="auto">
            <a:xfrm>
              <a:off x="3888"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07" name="Rectangle 1144"/>
            <p:cNvSpPr>
              <a:spLocks noChangeArrowheads="1"/>
            </p:cNvSpPr>
            <p:nvPr/>
          </p:nvSpPr>
          <p:spPr bwMode="auto">
            <a:xfrm>
              <a:off x="768" y="3369"/>
              <a:ext cx="239"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1</a:t>
              </a:r>
            </a:p>
          </p:txBody>
        </p:sp>
        <p:sp>
          <p:nvSpPr>
            <p:cNvPr id="42008" name="Rectangle 1145"/>
            <p:cNvSpPr>
              <a:spLocks noChangeArrowheads="1"/>
            </p:cNvSpPr>
            <p:nvPr/>
          </p:nvSpPr>
          <p:spPr bwMode="auto">
            <a:xfrm>
              <a:off x="960"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2</a:t>
              </a:r>
            </a:p>
          </p:txBody>
        </p:sp>
        <p:sp>
          <p:nvSpPr>
            <p:cNvPr id="42009" name="Rectangle 1146"/>
            <p:cNvSpPr>
              <a:spLocks noChangeArrowheads="1"/>
            </p:cNvSpPr>
            <p:nvPr/>
          </p:nvSpPr>
          <p:spPr bwMode="auto">
            <a:xfrm>
              <a:off x="1371" y="3369"/>
              <a:ext cx="280"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W</a:t>
              </a:r>
              <a:r>
                <a:rPr lang="en-US" baseline="-25000" dirty="0">
                  <a:solidFill>
                    <a:srgbClr val="3366FF"/>
                  </a:solidFill>
                  <a:latin typeface="Candara" panose="020E0502030303020204" pitchFamily="34" charset="0"/>
                </a:rPr>
                <a:t>1</a:t>
              </a:r>
            </a:p>
          </p:txBody>
        </p:sp>
        <p:sp>
          <p:nvSpPr>
            <p:cNvPr id="42010" name="Rectangle 1147"/>
            <p:cNvSpPr>
              <a:spLocks noChangeArrowheads="1"/>
            </p:cNvSpPr>
            <p:nvPr/>
          </p:nvSpPr>
          <p:spPr bwMode="auto">
            <a:xfrm>
              <a:off x="1824"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3</a:t>
              </a:r>
            </a:p>
          </p:txBody>
        </p:sp>
        <p:sp>
          <p:nvSpPr>
            <p:cNvPr id="42011" name="Line 1148"/>
            <p:cNvSpPr>
              <a:spLocks noChangeShapeType="1"/>
            </p:cNvSpPr>
            <p:nvPr/>
          </p:nvSpPr>
          <p:spPr bwMode="auto">
            <a:xfrm>
              <a:off x="108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12" name="Line 1149"/>
            <p:cNvSpPr>
              <a:spLocks noChangeShapeType="1"/>
            </p:cNvSpPr>
            <p:nvPr/>
          </p:nvSpPr>
          <p:spPr bwMode="auto">
            <a:xfrm>
              <a:off x="1512"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13" name="Line 1150"/>
            <p:cNvSpPr>
              <a:spLocks noChangeShapeType="1"/>
            </p:cNvSpPr>
            <p:nvPr/>
          </p:nvSpPr>
          <p:spPr bwMode="auto">
            <a:xfrm>
              <a:off x="194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14" name="Line 1151"/>
            <p:cNvSpPr>
              <a:spLocks noChangeShapeType="1"/>
            </p:cNvSpPr>
            <p:nvPr/>
          </p:nvSpPr>
          <p:spPr bwMode="auto">
            <a:xfrm>
              <a:off x="2376"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15" name="Line 1152"/>
            <p:cNvSpPr>
              <a:spLocks noChangeShapeType="1"/>
            </p:cNvSpPr>
            <p:nvPr/>
          </p:nvSpPr>
          <p:spPr bwMode="auto">
            <a:xfrm>
              <a:off x="2808"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16" name="Line 1153"/>
            <p:cNvSpPr>
              <a:spLocks noChangeShapeType="1"/>
            </p:cNvSpPr>
            <p:nvPr/>
          </p:nvSpPr>
          <p:spPr bwMode="auto">
            <a:xfrm>
              <a:off x="324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17" name="Line 1154"/>
            <p:cNvSpPr>
              <a:spLocks noChangeShapeType="1"/>
            </p:cNvSpPr>
            <p:nvPr/>
          </p:nvSpPr>
          <p:spPr bwMode="auto">
            <a:xfrm>
              <a:off x="3672"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18" name="Line 1155"/>
            <p:cNvSpPr>
              <a:spLocks noChangeShapeType="1"/>
            </p:cNvSpPr>
            <p:nvPr/>
          </p:nvSpPr>
          <p:spPr bwMode="auto">
            <a:xfrm>
              <a:off x="410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19" name="Text Box 1156"/>
            <p:cNvSpPr txBox="1">
              <a:spLocks noChangeArrowheads="1"/>
            </p:cNvSpPr>
            <p:nvPr/>
          </p:nvSpPr>
          <p:spPr bwMode="auto">
            <a:xfrm>
              <a:off x="768"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0</a:t>
              </a:r>
            </a:p>
          </p:txBody>
        </p:sp>
        <p:sp>
          <p:nvSpPr>
            <p:cNvPr id="42020" name="Text Box 1157"/>
            <p:cNvSpPr txBox="1">
              <a:spLocks noChangeArrowheads="1"/>
            </p:cNvSpPr>
            <p:nvPr/>
          </p:nvSpPr>
          <p:spPr bwMode="auto">
            <a:xfrm>
              <a:off x="1200"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2</a:t>
              </a:r>
            </a:p>
          </p:txBody>
        </p:sp>
        <p:sp>
          <p:nvSpPr>
            <p:cNvPr id="42021" name="Text Box 1158"/>
            <p:cNvSpPr txBox="1">
              <a:spLocks noChangeArrowheads="1"/>
            </p:cNvSpPr>
            <p:nvPr/>
          </p:nvSpPr>
          <p:spPr bwMode="auto">
            <a:xfrm>
              <a:off x="1632"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4</a:t>
              </a:r>
            </a:p>
          </p:txBody>
        </p:sp>
        <p:sp>
          <p:nvSpPr>
            <p:cNvPr id="42022" name="Text Box 1159"/>
            <p:cNvSpPr txBox="1">
              <a:spLocks noChangeArrowheads="1"/>
            </p:cNvSpPr>
            <p:nvPr/>
          </p:nvSpPr>
          <p:spPr bwMode="auto">
            <a:xfrm>
              <a:off x="2064"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6</a:t>
              </a:r>
            </a:p>
          </p:txBody>
        </p:sp>
        <p:sp>
          <p:nvSpPr>
            <p:cNvPr id="42023" name="Text Box 1160"/>
            <p:cNvSpPr txBox="1">
              <a:spLocks noChangeArrowheads="1"/>
            </p:cNvSpPr>
            <p:nvPr/>
          </p:nvSpPr>
          <p:spPr bwMode="auto">
            <a:xfrm>
              <a:off x="2496"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8</a:t>
              </a:r>
            </a:p>
          </p:txBody>
        </p:sp>
        <p:sp>
          <p:nvSpPr>
            <p:cNvPr id="42024" name="Text Box 1161"/>
            <p:cNvSpPr txBox="1">
              <a:spLocks noChangeArrowheads="1"/>
            </p:cNvSpPr>
            <p:nvPr/>
          </p:nvSpPr>
          <p:spPr bwMode="auto">
            <a:xfrm>
              <a:off x="2928"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10</a:t>
              </a:r>
            </a:p>
          </p:txBody>
        </p:sp>
        <p:sp>
          <p:nvSpPr>
            <p:cNvPr id="42025" name="Text Box 1162"/>
            <p:cNvSpPr txBox="1">
              <a:spLocks noChangeArrowheads="1"/>
            </p:cNvSpPr>
            <p:nvPr/>
          </p:nvSpPr>
          <p:spPr bwMode="auto">
            <a:xfrm>
              <a:off x="3360"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12</a:t>
              </a:r>
            </a:p>
          </p:txBody>
        </p:sp>
        <p:sp>
          <p:nvSpPr>
            <p:cNvPr id="42026" name="Text Box 1163"/>
            <p:cNvSpPr txBox="1">
              <a:spLocks noChangeArrowheads="1"/>
            </p:cNvSpPr>
            <p:nvPr/>
          </p:nvSpPr>
          <p:spPr bwMode="auto">
            <a:xfrm>
              <a:off x="3792"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14</a:t>
              </a:r>
            </a:p>
          </p:txBody>
        </p:sp>
        <p:sp>
          <p:nvSpPr>
            <p:cNvPr id="42027" name="Line 1164"/>
            <p:cNvSpPr>
              <a:spLocks noChangeShapeType="1"/>
            </p:cNvSpPr>
            <p:nvPr/>
          </p:nvSpPr>
          <p:spPr bwMode="auto">
            <a:xfrm>
              <a:off x="432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2028" name="Text Box 1165"/>
            <p:cNvSpPr txBox="1">
              <a:spLocks noChangeArrowheads="1"/>
            </p:cNvSpPr>
            <p:nvPr/>
          </p:nvSpPr>
          <p:spPr bwMode="auto">
            <a:xfrm>
              <a:off x="4224"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16</a:t>
              </a:r>
            </a:p>
          </p:txBody>
        </p:sp>
        <p:sp>
          <p:nvSpPr>
            <p:cNvPr id="42029" name="Rectangle 1166"/>
            <p:cNvSpPr>
              <a:spLocks noChangeArrowheads="1"/>
            </p:cNvSpPr>
            <p:nvPr/>
          </p:nvSpPr>
          <p:spPr bwMode="auto">
            <a:xfrm>
              <a:off x="2039"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4</a:t>
              </a:r>
            </a:p>
          </p:txBody>
        </p:sp>
        <p:sp>
          <p:nvSpPr>
            <p:cNvPr id="42030" name="Rectangle 1167"/>
            <p:cNvSpPr>
              <a:spLocks noChangeArrowheads="1"/>
            </p:cNvSpPr>
            <p:nvPr/>
          </p:nvSpPr>
          <p:spPr bwMode="auto">
            <a:xfrm>
              <a:off x="2880" y="3369"/>
              <a:ext cx="295"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W</a:t>
              </a:r>
              <a:r>
                <a:rPr lang="en-US" baseline="-25000" dirty="0">
                  <a:solidFill>
                    <a:srgbClr val="3366FF"/>
                  </a:solidFill>
                  <a:latin typeface="Candara" panose="020E0502030303020204" pitchFamily="34" charset="0"/>
                </a:rPr>
                <a:t>2</a:t>
              </a:r>
            </a:p>
          </p:txBody>
        </p:sp>
        <p:sp>
          <p:nvSpPr>
            <p:cNvPr id="42031" name="Rectangle 1168"/>
            <p:cNvSpPr>
              <a:spLocks noChangeArrowheads="1"/>
            </p:cNvSpPr>
            <p:nvPr/>
          </p:nvSpPr>
          <p:spPr bwMode="auto">
            <a:xfrm>
              <a:off x="3276" y="3369"/>
              <a:ext cx="295"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W</a:t>
              </a:r>
              <a:r>
                <a:rPr lang="en-US" baseline="-25000" dirty="0">
                  <a:solidFill>
                    <a:srgbClr val="3366FF"/>
                  </a:solidFill>
                  <a:latin typeface="Candara" panose="020E0502030303020204" pitchFamily="34" charset="0"/>
                </a:rPr>
                <a:t>3</a:t>
              </a:r>
            </a:p>
          </p:txBody>
        </p:sp>
        <p:sp>
          <p:nvSpPr>
            <p:cNvPr id="42032" name="Rectangle 1169"/>
            <p:cNvSpPr>
              <a:spLocks noChangeArrowheads="1"/>
            </p:cNvSpPr>
            <p:nvPr/>
          </p:nvSpPr>
          <p:spPr bwMode="auto">
            <a:xfrm>
              <a:off x="2471"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5</a:t>
              </a:r>
            </a:p>
          </p:txBody>
        </p:sp>
        <p:sp>
          <p:nvSpPr>
            <p:cNvPr id="42033" name="Rectangle 1170"/>
            <p:cNvSpPr>
              <a:spLocks noChangeArrowheads="1"/>
            </p:cNvSpPr>
            <p:nvPr/>
          </p:nvSpPr>
          <p:spPr bwMode="auto">
            <a:xfrm>
              <a:off x="3744" y="3369"/>
              <a:ext cx="258"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6</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p:txBody>
          <a:bodyPr>
            <a:normAutofit/>
          </a:bodyPr>
          <a:lstStyle/>
          <a:p>
            <a:r>
              <a:rPr lang="en-US" dirty="0">
                <a:ea typeface="ＭＳ Ｐゴシック" pitchFamily="34" charset="-128"/>
              </a:rPr>
              <a:t>Quiz: first readers-writers problem</a:t>
            </a:r>
          </a:p>
        </p:txBody>
      </p:sp>
      <p:sp>
        <p:nvSpPr>
          <p:cNvPr id="2" name="Slide Number Placeholder 1"/>
          <p:cNvSpPr>
            <a:spLocks noGrp="1"/>
          </p:cNvSpPr>
          <p:nvPr>
            <p:ph type="sldNum" sz="quarter" idx="12"/>
          </p:nvPr>
        </p:nvSpPr>
        <p:spPr/>
        <p:txBody>
          <a:bodyPr/>
          <a:lstStyle/>
          <a:p>
            <a:pPr>
              <a:defRPr/>
            </a:pPr>
            <a:fld id="{CB25FCC0-7A1A-455C-A362-D69077656366}" type="slidenum">
              <a:rPr lang="en-US" smtClean="0"/>
              <a:pPr>
                <a:defRPr/>
              </a:pPr>
              <a:t>24</a:t>
            </a:fld>
            <a:endParaRPr lang="en-US" dirty="0"/>
          </a:p>
        </p:txBody>
      </p:sp>
      <p:sp>
        <p:nvSpPr>
          <p:cNvPr id="7" name="Rectangle 6"/>
          <p:cNvSpPr>
            <a:spLocks noChangeArrowheads="1"/>
          </p:cNvSpPr>
          <p:nvPr/>
        </p:nvSpPr>
        <p:spPr bwMode="auto">
          <a:xfrm>
            <a:off x="2133601" y="914400"/>
            <a:ext cx="3588589" cy="40386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tIns="91440" bIns="91440" anchor="t" anchorCtr="0"/>
          <a:lstStyle/>
          <a:p>
            <a:pPr>
              <a:tabLst>
                <a:tab pos="463550" algn="l"/>
              </a:tabLst>
            </a:pPr>
            <a:r>
              <a:rPr lang="en-US" sz="2000" dirty="0">
                <a:latin typeface="Candara" panose="020E0502030303020204" pitchFamily="34" charset="0"/>
              </a:rPr>
              <a:t>// declare and </a:t>
            </a:r>
            <a:r>
              <a:rPr lang="en-US" sz="2000" dirty="0" err="1">
                <a:latin typeface="Candara" panose="020E0502030303020204" pitchFamily="34" charset="0"/>
              </a:rPr>
              <a:t>init</a:t>
            </a:r>
            <a:r>
              <a:rPr lang="en-US" sz="2000" dirty="0">
                <a:latin typeface="Candara" panose="020E0502030303020204" pitchFamily="34" charset="0"/>
              </a:rPr>
              <a:t> variables …</a:t>
            </a:r>
          </a:p>
          <a:p>
            <a:pPr>
              <a:tabLst>
                <a:tab pos="463550" algn="l"/>
              </a:tabLst>
            </a:pPr>
            <a:endParaRPr lang="en-US" sz="2000" dirty="0">
              <a:latin typeface="Candara" panose="020E0502030303020204" pitchFamily="34" charset="0"/>
            </a:endParaRPr>
          </a:p>
          <a:p>
            <a:pPr>
              <a:tabLst>
                <a:tab pos="463550" algn="l"/>
              </a:tabLst>
            </a:pPr>
            <a:endParaRPr lang="en-US" sz="2000" dirty="0">
              <a:latin typeface="Candara" panose="020E0502030303020204" pitchFamily="34" charset="0"/>
            </a:endParaRPr>
          </a:p>
          <a:p>
            <a:pPr>
              <a:tabLst>
                <a:tab pos="463550" algn="l"/>
              </a:tabLst>
            </a:pPr>
            <a:endParaRPr lang="en-US" sz="2000" dirty="0">
              <a:latin typeface="Candara" panose="020E0502030303020204" pitchFamily="34" charset="0"/>
            </a:endParaRPr>
          </a:p>
          <a:p>
            <a:pPr>
              <a:tabLst>
                <a:tab pos="463550" algn="l"/>
              </a:tabLst>
            </a:pPr>
            <a:r>
              <a:rPr lang="en-US" sz="2000" dirty="0" err="1">
                <a:latin typeface="Candara" panose="020E0502030303020204" pitchFamily="34" charset="0"/>
              </a:rPr>
              <a:t>sem_t</a:t>
            </a:r>
            <a:r>
              <a:rPr lang="en-US" sz="2000" dirty="0">
                <a:latin typeface="Candara" panose="020E0502030303020204" pitchFamily="34" charset="0"/>
              </a:rPr>
              <a:t> </a:t>
            </a:r>
            <a:r>
              <a:rPr lang="en-US" sz="2000" dirty="0" err="1">
                <a:latin typeface="Candara" panose="020E0502030303020204" pitchFamily="34" charset="0"/>
              </a:rPr>
              <a:t>writelock</a:t>
            </a: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a:t>
            </a:r>
            <a:r>
              <a:rPr lang="en-US" sz="2000" dirty="0" err="1">
                <a:latin typeface="Candara" panose="020E0502030303020204" pitchFamily="34" charset="0"/>
              </a:rPr>
              <a:t>acquire_writelock</a:t>
            </a:r>
            <a:r>
              <a:rPr lang="en-US" sz="2000" dirty="0">
                <a:latin typeface="Candara" panose="020E0502030303020204" pitchFamily="34" charset="0"/>
              </a:rPr>
              <a:t>( )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a:t>
            </a:r>
            <a:r>
              <a:rPr lang="en-US" sz="2000" dirty="0" err="1">
                <a:latin typeface="Candara" panose="020E0502030303020204" pitchFamily="34" charset="0"/>
              </a:rPr>
              <a:t>writelock</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a:t>
            </a:r>
            <a:r>
              <a:rPr lang="en-US" sz="2000" dirty="0" err="1">
                <a:latin typeface="Candara" panose="020E0502030303020204" pitchFamily="34" charset="0"/>
              </a:rPr>
              <a:t>release_writelock</a:t>
            </a:r>
            <a:r>
              <a:rPr lang="en-US" sz="2000" dirty="0">
                <a:latin typeface="Candara" panose="020E0502030303020204" pitchFamily="34" charset="0"/>
              </a:rPr>
              <a:t>( )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sem_post</a:t>
            </a:r>
            <a:r>
              <a:rPr lang="en-US" sz="2000" dirty="0">
                <a:latin typeface="Candara" panose="020E0502030303020204" pitchFamily="34" charset="0"/>
              </a:rPr>
              <a:t>(&amp;</a:t>
            </a:r>
            <a:r>
              <a:rPr lang="en-US" sz="2000" dirty="0" err="1">
                <a:latin typeface="Candara" panose="020E0502030303020204" pitchFamily="34" charset="0"/>
              </a:rPr>
              <a:t>writelock</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a:t>
            </a:r>
          </a:p>
        </p:txBody>
      </p:sp>
      <p:sp>
        <p:nvSpPr>
          <p:cNvPr id="8" name="Rectangle 7"/>
          <p:cNvSpPr>
            <a:spLocks noChangeArrowheads="1"/>
          </p:cNvSpPr>
          <p:nvPr/>
        </p:nvSpPr>
        <p:spPr bwMode="auto">
          <a:xfrm>
            <a:off x="6096000" y="914400"/>
            <a:ext cx="3657600" cy="40386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tIns="91440" bIns="91440" anchor="t" anchorCtr="0"/>
          <a:lstStyle/>
          <a:p>
            <a:pPr>
              <a:tabLst>
                <a:tab pos="463550" algn="l"/>
              </a:tabLst>
            </a:pPr>
            <a:r>
              <a:rPr lang="en-US" sz="2000" dirty="0">
                <a:latin typeface="Candara" panose="020E0502030303020204" pitchFamily="34" charset="0"/>
              </a:rPr>
              <a:t>void </a:t>
            </a:r>
            <a:r>
              <a:rPr lang="en-US" sz="2000" dirty="0" err="1">
                <a:latin typeface="Candara" panose="020E0502030303020204" pitchFamily="34" charset="0"/>
              </a:rPr>
              <a:t>acquire_readlock</a:t>
            </a:r>
            <a:r>
              <a:rPr lang="en-US" sz="2000" dirty="0">
                <a:latin typeface="Candara" panose="020E0502030303020204" pitchFamily="34" charset="0"/>
              </a:rPr>
              <a:t>( ) {</a:t>
            </a:r>
          </a:p>
          <a:p>
            <a:pPr>
              <a:tabLst>
                <a:tab pos="463550" algn="l"/>
              </a:tabLst>
            </a:pPr>
            <a:r>
              <a:rPr lang="en-US" sz="2000" dirty="0">
                <a:latin typeface="Candara" panose="020E0502030303020204" pitchFamily="34" charset="0"/>
              </a:rPr>
              <a:t>    </a:t>
            </a:r>
          </a:p>
          <a:p>
            <a:pPr>
              <a:tabLst>
                <a:tab pos="463550" algn="l"/>
              </a:tabLst>
            </a:pPr>
            <a:endParaRPr lang="en-US" sz="2000" dirty="0">
              <a:latin typeface="Candara" panose="020E0502030303020204" pitchFamily="34" charset="0"/>
            </a:endParaRPr>
          </a:p>
          <a:p>
            <a:pPr>
              <a:tabLst>
                <a:tab pos="463550" algn="l"/>
              </a:tabLst>
            </a:pPr>
            <a:endParaRPr lang="en-US" sz="2000" dirty="0">
              <a:latin typeface="Candara" panose="020E0502030303020204" pitchFamily="34" charset="0"/>
            </a:endParaRP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a:t>
            </a:r>
            <a:r>
              <a:rPr lang="en-US" sz="2000" dirty="0" err="1">
                <a:latin typeface="Candara" panose="020E0502030303020204" pitchFamily="34" charset="0"/>
              </a:rPr>
              <a:t>release_readlock</a:t>
            </a:r>
            <a:r>
              <a:rPr lang="en-US" sz="2000" dirty="0">
                <a:latin typeface="Candara" panose="020E0502030303020204" pitchFamily="34" charset="0"/>
              </a:rPr>
              <a:t>( ) {</a:t>
            </a:r>
          </a:p>
          <a:p>
            <a:pPr>
              <a:tabLst>
                <a:tab pos="463550" algn="l"/>
              </a:tabLst>
            </a:pPr>
            <a:r>
              <a:rPr lang="en-US" sz="2000" dirty="0">
                <a:latin typeface="Candara" panose="020E0502030303020204" pitchFamily="34" charset="0"/>
              </a:rPr>
              <a:t>    </a:t>
            </a:r>
          </a:p>
          <a:p>
            <a:pPr>
              <a:tabLst>
                <a:tab pos="463550" algn="l"/>
              </a:tabLst>
            </a:pPr>
            <a:endParaRPr lang="en-US" sz="2000" dirty="0">
              <a:latin typeface="Candara" panose="020E0502030303020204" pitchFamily="34" charset="0"/>
            </a:endParaRPr>
          </a:p>
          <a:p>
            <a:pPr>
              <a:tabLst>
                <a:tab pos="463550" algn="l"/>
              </a:tabLst>
            </a:pPr>
            <a:endParaRPr lang="en-US" sz="2000" dirty="0">
              <a:latin typeface="Candara" panose="020E0502030303020204" pitchFamily="34" charset="0"/>
            </a:endParaRP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endParaRPr lang="en-US" sz="2000" dirty="0">
              <a:latin typeface="Candara" panose="020E0502030303020204" pitchFamily="34" charset="0"/>
            </a:endParaRPr>
          </a:p>
        </p:txBody>
      </p:sp>
      <p:sp>
        <p:nvSpPr>
          <p:cNvPr id="9" name="Rectangle 8"/>
          <p:cNvSpPr>
            <a:spLocks noChangeArrowheads="1"/>
          </p:cNvSpPr>
          <p:nvPr/>
        </p:nvSpPr>
        <p:spPr bwMode="auto">
          <a:xfrm>
            <a:off x="6096000" y="5029200"/>
            <a:ext cx="3657600" cy="16764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tIns="91440" bIns="91440" anchor="t" anchorCtr="0"/>
          <a:lstStyle/>
          <a:p>
            <a:pPr>
              <a:tabLst>
                <a:tab pos="463550" algn="l"/>
              </a:tabLst>
            </a:pPr>
            <a:r>
              <a:rPr lang="en-US" sz="2000" dirty="0">
                <a:latin typeface="Candara" panose="020E0502030303020204" pitchFamily="34" charset="0"/>
              </a:rPr>
              <a:t>reader() {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acquire_readlock</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  // reading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release_readlock</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a:t>
            </a:r>
          </a:p>
        </p:txBody>
      </p:sp>
      <p:sp>
        <p:nvSpPr>
          <p:cNvPr id="10" name="Rectangle 9"/>
          <p:cNvSpPr>
            <a:spLocks noChangeArrowheads="1"/>
          </p:cNvSpPr>
          <p:nvPr/>
        </p:nvSpPr>
        <p:spPr bwMode="auto">
          <a:xfrm>
            <a:off x="2133601" y="5029200"/>
            <a:ext cx="3588589" cy="16764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tIns="91440" bIns="91440" anchor="t" anchorCtr="0"/>
          <a:lstStyle/>
          <a:p>
            <a:pPr>
              <a:tabLst>
                <a:tab pos="463550" algn="l"/>
              </a:tabLst>
            </a:pPr>
            <a:r>
              <a:rPr lang="en-US" sz="2000" dirty="0">
                <a:latin typeface="Candara" panose="020E0502030303020204" pitchFamily="34" charset="0"/>
              </a:rPr>
              <a:t>writer() {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acquire_writelock</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  // writing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release_writelock</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a:t>
            </a:r>
          </a:p>
        </p:txBody>
      </p:sp>
    </p:spTree>
    <p:extLst>
      <p:ext uri="{BB962C8B-B14F-4D97-AF65-F5344CB8AC3E}">
        <p14:creationId xmlns:p14="http://schemas.microsoft.com/office/powerpoint/2010/main" val="3502896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1"/>
          <p:cNvSpPr>
            <a:spLocks noGrp="1" noChangeArrowheads="1"/>
          </p:cNvSpPr>
          <p:nvPr>
            <p:ph type="title"/>
          </p:nvPr>
        </p:nvSpPr>
        <p:spPr/>
        <p:txBody>
          <a:bodyPr/>
          <a:lstStyle/>
          <a:p>
            <a:r>
              <a:rPr lang="en-US" dirty="0"/>
              <a:t>Solution</a:t>
            </a:r>
          </a:p>
        </p:txBody>
      </p:sp>
      <p:sp>
        <p:nvSpPr>
          <p:cNvPr id="44034" name="Rectangle 12"/>
          <p:cNvSpPr>
            <a:spLocks noGrp="1" noChangeArrowheads="1"/>
          </p:cNvSpPr>
          <p:nvPr>
            <p:ph idx="1"/>
          </p:nvPr>
        </p:nvSpPr>
        <p:spPr/>
        <p:txBody>
          <a:bodyPr/>
          <a:lstStyle/>
          <a:p>
            <a:r>
              <a:rPr lang="en-US" dirty="0"/>
              <a:t>Semaphore for first </a:t>
            </a:r>
            <a:br>
              <a:rPr lang="en-US" dirty="0"/>
            </a:br>
            <a:r>
              <a:rPr lang="en-US" dirty="0"/>
              <a:t>readers-writers problem</a:t>
            </a:r>
          </a:p>
          <a:p>
            <a:pPr lvl="1"/>
            <a:r>
              <a:rPr lang="en-US" dirty="0"/>
              <a:t>Data set.</a:t>
            </a:r>
          </a:p>
          <a:p>
            <a:pPr lvl="1"/>
            <a:r>
              <a:rPr lang="en-US" dirty="0"/>
              <a:t>Semaphore </a:t>
            </a:r>
            <a:r>
              <a:rPr lang="en-US" dirty="0" err="1"/>
              <a:t>mutex</a:t>
            </a:r>
            <a:r>
              <a:rPr lang="en-US" dirty="0"/>
              <a:t> initialized to 1.</a:t>
            </a:r>
          </a:p>
          <a:p>
            <a:pPr lvl="1"/>
            <a:r>
              <a:rPr lang="en-US" dirty="0"/>
              <a:t>Semaphore </a:t>
            </a:r>
            <a:r>
              <a:rPr lang="en-US" dirty="0" err="1"/>
              <a:t>wrt</a:t>
            </a:r>
            <a:r>
              <a:rPr lang="en-US" dirty="0"/>
              <a:t> initialized to 1.</a:t>
            </a:r>
          </a:p>
          <a:p>
            <a:pPr lvl="1"/>
            <a:r>
              <a:rPr lang="en-US" dirty="0"/>
              <a:t>Integer </a:t>
            </a:r>
            <a:r>
              <a:rPr lang="en-US" dirty="0" err="1"/>
              <a:t>readcount</a:t>
            </a:r>
            <a:r>
              <a:rPr lang="en-US" dirty="0"/>
              <a:t> initialized to 0.</a:t>
            </a:r>
          </a:p>
        </p:txBody>
      </p:sp>
      <p:sp>
        <p:nvSpPr>
          <p:cNvPr id="2" name="Slide Number Placeholder 1"/>
          <p:cNvSpPr>
            <a:spLocks noGrp="1"/>
          </p:cNvSpPr>
          <p:nvPr>
            <p:ph type="sldNum" sz="quarter" idx="12"/>
          </p:nvPr>
        </p:nvSpPr>
        <p:spPr/>
        <p:txBody>
          <a:bodyPr/>
          <a:lstStyle/>
          <a:p>
            <a:fld id="{3180BF52-1577-4121-93F0-891A1B819983}" type="slidenum">
              <a:rPr lang="en-US" smtClean="0"/>
              <a:pPr/>
              <a:t>25</a:t>
            </a:fld>
            <a:endParaRPr lang="en-US" dirty="0"/>
          </a:p>
        </p:txBody>
      </p:sp>
      <p:sp>
        <p:nvSpPr>
          <p:cNvPr id="44036" name="AutoShape 2"/>
          <p:cNvSpPr>
            <a:spLocks noChangeArrowheads="1"/>
          </p:cNvSpPr>
          <p:nvPr/>
        </p:nvSpPr>
        <p:spPr bwMode="auto">
          <a:xfrm>
            <a:off x="8680450" y="1814513"/>
            <a:ext cx="685800" cy="914400"/>
          </a:xfrm>
          <a:prstGeom prst="can">
            <a:avLst>
              <a:gd name="adj" fmla="val 23265"/>
            </a:avLst>
          </a:prstGeom>
          <a:solidFill>
            <a:srgbClr val="6699FF"/>
          </a:solidFill>
          <a:ln w="9525">
            <a:solidFill>
              <a:schemeClr val="tx1"/>
            </a:solidFill>
            <a:round/>
            <a:headEnd/>
            <a:tailEnd/>
          </a:ln>
        </p:spPr>
        <p:txBody>
          <a:bodyPr wrap="none" anchor="ctr"/>
          <a:lstStyle/>
          <a:p>
            <a:pPr eaLnBrk="0" hangingPunct="0"/>
            <a:endParaRPr lang="en-US" u="sng"/>
          </a:p>
        </p:txBody>
      </p:sp>
      <p:sp>
        <p:nvSpPr>
          <p:cNvPr id="44037" name="Freeform 3"/>
          <p:cNvSpPr>
            <a:spLocks/>
          </p:cNvSpPr>
          <p:nvPr/>
        </p:nvSpPr>
        <p:spPr bwMode="auto">
          <a:xfrm>
            <a:off x="7762876" y="1854201"/>
            <a:ext cx="1177925" cy="295275"/>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a:tailEnd type="triangle" w="med" len="med"/>
          </a:ln>
        </p:spPr>
        <p:txBody>
          <a:bodyPr vert="eaVert" wrap="none" anchor="ctr"/>
          <a:lstStyle/>
          <a:p>
            <a:endParaRPr lang="en-US"/>
          </a:p>
        </p:txBody>
      </p:sp>
      <p:sp>
        <p:nvSpPr>
          <p:cNvPr id="44038" name="Freeform 4"/>
          <p:cNvSpPr>
            <a:spLocks/>
          </p:cNvSpPr>
          <p:nvPr/>
        </p:nvSpPr>
        <p:spPr bwMode="auto">
          <a:xfrm>
            <a:off x="9102726" y="1976439"/>
            <a:ext cx="1177925" cy="295275"/>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a:tailEnd type="triangle" w="med" len="med"/>
          </a:ln>
        </p:spPr>
        <p:txBody>
          <a:bodyPr vert="eaVert" wrap="none" anchor="ctr"/>
          <a:lstStyle/>
          <a:p>
            <a:endParaRPr lang="en-US"/>
          </a:p>
        </p:txBody>
      </p:sp>
      <p:sp>
        <p:nvSpPr>
          <p:cNvPr id="44039" name="Freeform 5"/>
          <p:cNvSpPr>
            <a:spLocks/>
          </p:cNvSpPr>
          <p:nvPr/>
        </p:nvSpPr>
        <p:spPr bwMode="auto">
          <a:xfrm rot="1801102">
            <a:off x="9102726" y="2667001"/>
            <a:ext cx="1177925" cy="295275"/>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a:tailEnd type="triangle" w="med" len="med"/>
          </a:ln>
        </p:spPr>
        <p:txBody>
          <a:bodyPr vert="eaVert" wrap="none" anchor="ctr"/>
          <a:lstStyle/>
          <a:p>
            <a:endParaRPr lang="en-US"/>
          </a:p>
        </p:txBody>
      </p:sp>
      <p:sp>
        <p:nvSpPr>
          <p:cNvPr id="44040" name="Freeform 6"/>
          <p:cNvSpPr>
            <a:spLocks/>
          </p:cNvSpPr>
          <p:nvPr/>
        </p:nvSpPr>
        <p:spPr bwMode="auto">
          <a:xfrm rot="-1900853">
            <a:off x="8058150" y="2574926"/>
            <a:ext cx="863600" cy="265113"/>
          </a:xfrm>
          <a:custGeom>
            <a:avLst/>
            <a:gdLst>
              <a:gd name="T0" fmla="*/ 0 w 864"/>
              <a:gd name="T1" fmla="*/ 2147483647 h 208"/>
              <a:gd name="T2" fmla="*/ 2147483647 w 864"/>
              <a:gd name="T3" fmla="*/ 2147483647 h 208"/>
              <a:gd name="T4" fmla="*/ 2147483647 w 864"/>
              <a:gd name="T5" fmla="*/ 2147483647 h 208"/>
              <a:gd name="T6" fmla="*/ 0 60000 65536"/>
              <a:gd name="T7" fmla="*/ 0 60000 65536"/>
              <a:gd name="T8" fmla="*/ 0 60000 65536"/>
              <a:gd name="T9" fmla="*/ 0 w 864"/>
              <a:gd name="T10" fmla="*/ 0 h 208"/>
              <a:gd name="T11" fmla="*/ 864 w 864"/>
              <a:gd name="T12" fmla="*/ 208 h 208"/>
            </a:gdLst>
            <a:ahLst/>
            <a:cxnLst>
              <a:cxn ang="T6">
                <a:pos x="T0" y="T1"/>
              </a:cxn>
              <a:cxn ang="T7">
                <a:pos x="T2" y="T3"/>
              </a:cxn>
              <a:cxn ang="T8">
                <a:pos x="T4" y="T5"/>
              </a:cxn>
            </a:cxnLst>
            <a:rect l="T9" t="T10" r="T11" b="T12"/>
            <a:pathLst>
              <a:path w="864" h="208">
                <a:moveTo>
                  <a:pt x="0" y="112"/>
                </a:moveTo>
                <a:cubicBezTo>
                  <a:pt x="120" y="56"/>
                  <a:pt x="240" y="0"/>
                  <a:pt x="384" y="16"/>
                </a:cubicBezTo>
                <a:cubicBezTo>
                  <a:pt x="528" y="32"/>
                  <a:pt x="696" y="120"/>
                  <a:pt x="864" y="208"/>
                </a:cubicBezTo>
              </a:path>
            </a:pathLst>
          </a:custGeom>
          <a:noFill/>
          <a:ln w="38100">
            <a:solidFill>
              <a:schemeClr val="tx1"/>
            </a:solidFill>
            <a:round/>
            <a:headEnd type="triangle" w="med" len="med"/>
            <a:tailEnd/>
          </a:ln>
        </p:spPr>
        <p:txBody>
          <a:bodyPr vert="eaVert" wrap="none" anchor="ctr"/>
          <a:lstStyle/>
          <a:p>
            <a:endParaRPr lang="en-US"/>
          </a:p>
        </p:txBody>
      </p:sp>
      <p:sp>
        <p:nvSpPr>
          <p:cNvPr id="44041" name="Text Box 7"/>
          <p:cNvSpPr txBox="1">
            <a:spLocks noChangeArrowheads="1"/>
          </p:cNvSpPr>
          <p:nvPr/>
        </p:nvSpPr>
        <p:spPr bwMode="auto">
          <a:xfrm>
            <a:off x="8312150" y="2667001"/>
            <a:ext cx="374650" cy="519113"/>
          </a:xfrm>
          <a:prstGeom prst="rect">
            <a:avLst/>
          </a:prstGeom>
          <a:noFill/>
          <a:ln w="38100">
            <a:noFill/>
            <a:miter lim="800000"/>
            <a:headEnd/>
            <a:tailEnd/>
          </a:ln>
        </p:spPr>
        <p:txBody>
          <a:bodyPr>
            <a:spAutoFit/>
          </a:bodyPr>
          <a:lstStyle/>
          <a:p>
            <a:pPr algn="ctr" eaLnBrk="0" hangingPunct="0">
              <a:spcBef>
                <a:spcPct val="50000"/>
              </a:spcBef>
            </a:pPr>
            <a:r>
              <a:rPr lang="en-US" sz="2800"/>
              <a:t>R</a:t>
            </a:r>
          </a:p>
        </p:txBody>
      </p:sp>
      <p:sp>
        <p:nvSpPr>
          <p:cNvPr id="44042" name="Text Box 8"/>
          <p:cNvSpPr txBox="1">
            <a:spLocks noChangeArrowheads="1"/>
          </p:cNvSpPr>
          <p:nvPr/>
        </p:nvSpPr>
        <p:spPr bwMode="auto">
          <a:xfrm>
            <a:off x="9747250" y="1600201"/>
            <a:ext cx="374650" cy="519113"/>
          </a:xfrm>
          <a:prstGeom prst="rect">
            <a:avLst/>
          </a:prstGeom>
          <a:noFill/>
          <a:ln w="38100">
            <a:noFill/>
            <a:miter lim="800000"/>
            <a:headEnd/>
            <a:tailEnd/>
          </a:ln>
        </p:spPr>
        <p:txBody>
          <a:bodyPr>
            <a:spAutoFit/>
          </a:bodyPr>
          <a:lstStyle/>
          <a:p>
            <a:pPr algn="ctr" eaLnBrk="0" hangingPunct="0">
              <a:spcBef>
                <a:spcPct val="50000"/>
              </a:spcBef>
            </a:pPr>
            <a:r>
              <a:rPr lang="en-US" sz="2800"/>
              <a:t>R</a:t>
            </a:r>
          </a:p>
        </p:txBody>
      </p:sp>
      <p:sp>
        <p:nvSpPr>
          <p:cNvPr id="44043" name="Text Box 9"/>
          <p:cNvSpPr txBox="1">
            <a:spLocks noChangeArrowheads="1"/>
          </p:cNvSpPr>
          <p:nvPr/>
        </p:nvSpPr>
        <p:spPr bwMode="auto">
          <a:xfrm>
            <a:off x="9494838" y="2667001"/>
            <a:ext cx="374650" cy="519113"/>
          </a:xfrm>
          <a:prstGeom prst="rect">
            <a:avLst/>
          </a:prstGeom>
          <a:noFill/>
          <a:ln w="38100">
            <a:noFill/>
            <a:miter lim="800000"/>
            <a:headEnd/>
            <a:tailEnd/>
          </a:ln>
        </p:spPr>
        <p:txBody>
          <a:bodyPr>
            <a:spAutoFit/>
          </a:bodyPr>
          <a:lstStyle/>
          <a:p>
            <a:pPr algn="ctr" eaLnBrk="0" hangingPunct="0">
              <a:spcBef>
                <a:spcPct val="50000"/>
              </a:spcBef>
            </a:pPr>
            <a:r>
              <a:rPr lang="en-US" sz="2800"/>
              <a:t>R</a:t>
            </a:r>
          </a:p>
        </p:txBody>
      </p:sp>
      <p:sp>
        <p:nvSpPr>
          <p:cNvPr id="44044" name="Text Box 10"/>
          <p:cNvSpPr txBox="1">
            <a:spLocks noChangeArrowheads="1"/>
          </p:cNvSpPr>
          <p:nvPr/>
        </p:nvSpPr>
        <p:spPr bwMode="auto">
          <a:xfrm>
            <a:off x="8050214" y="1866901"/>
            <a:ext cx="458787" cy="519113"/>
          </a:xfrm>
          <a:prstGeom prst="rect">
            <a:avLst/>
          </a:prstGeom>
          <a:noFill/>
          <a:ln w="38100">
            <a:noFill/>
            <a:miter lim="800000"/>
            <a:headEnd/>
            <a:tailEnd/>
          </a:ln>
        </p:spPr>
        <p:txBody>
          <a:bodyPr>
            <a:spAutoFit/>
          </a:bodyPr>
          <a:lstStyle/>
          <a:p>
            <a:pPr algn="ctr" eaLnBrk="0" hangingPunct="0">
              <a:spcBef>
                <a:spcPct val="50000"/>
              </a:spcBef>
            </a:pPr>
            <a:r>
              <a:rPr lang="en-US" sz="2800">
                <a:solidFill>
                  <a:schemeClr val="tx2"/>
                </a:solidFill>
              </a:rPr>
              <a:t>W</a:t>
            </a:r>
          </a:p>
        </p:txBody>
      </p:sp>
      <p:grpSp>
        <p:nvGrpSpPr>
          <p:cNvPr id="44045" name="Group 13"/>
          <p:cNvGrpSpPr>
            <a:grpSpLocks/>
          </p:cNvGrpSpPr>
          <p:nvPr/>
        </p:nvGrpSpPr>
        <p:grpSpPr bwMode="auto">
          <a:xfrm>
            <a:off x="3124200" y="5043488"/>
            <a:ext cx="5867400" cy="823913"/>
            <a:chOff x="768" y="3369"/>
            <a:chExt cx="3696" cy="519"/>
          </a:xfrm>
        </p:grpSpPr>
        <p:sp>
          <p:nvSpPr>
            <p:cNvPr id="44046" name="Line 14"/>
            <p:cNvSpPr>
              <a:spLocks noChangeShapeType="1"/>
            </p:cNvSpPr>
            <p:nvPr/>
          </p:nvSpPr>
          <p:spPr bwMode="auto">
            <a:xfrm>
              <a:off x="864" y="3696"/>
              <a:ext cx="3600" cy="0"/>
            </a:xfrm>
            <a:prstGeom prst="line">
              <a:avLst/>
            </a:prstGeom>
            <a:noFill/>
            <a:ln w="28575">
              <a:solidFill>
                <a:schemeClr val="tx1"/>
              </a:solidFill>
              <a:round/>
              <a:headEnd/>
              <a:tailEnd type="triangle" w="med" len="med"/>
            </a:ln>
          </p:spPr>
          <p:txBody>
            <a:bodyPr/>
            <a:lstStyle/>
            <a:p>
              <a:endParaRPr lang="en-US" dirty="0">
                <a:latin typeface="Candara" panose="020E0502030303020204" pitchFamily="34" charset="0"/>
              </a:endParaRPr>
            </a:p>
          </p:txBody>
        </p:sp>
        <p:sp>
          <p:nvSpPr>
            <p:cNvPr id="44047" name="Line 15"/>
            <p:cNvSpPr>
              <a:spLocks noChangeShapeType="1"/>
            </p:cNvSpPr>
            <p:nvPr/>
          </p:nvSpPr>
          <p:spPr bwMode="auto">
            <a:xfrm>
              <a:off x="86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48" name="Line 16"/>
            <p:cNvSpPr>
              <a:spLocks noChangeShapeType="1"/>
            </p:cNvSpPr>
            <p:nvPr/>
          </p:nvSpPr>
          <p:spPr bwMode="auto">
            <a:xfrm>
              <a:off x="1296"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49" name="Line 17"/>
            <p:cNvSpPr>
              <a:spLocks noChangeShapeType="1"/>
            </p:cNvSpPr>
            <p:nvPr/>
          </p:nvSpPr>
          <p:spPr bwMode="auto">
            <a:xfrm>
              <a:off x="1728"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50" name="Line 18"/>
            <p:cNvSpPr>
              <a:spLocks noChangeShapeType="1"/>
            </p:cNvSpPr>
            <p:nvPr/>
          </p:nvSpPr>
          <p:spPr bwMode="auto">
            <a:xfrm>
              <a:off x="216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51" name="Line 19"/>
            <p:cNvSpPr>
              <a:spLocks noChangeShapeType="1"/>
            </p:cNvSpPr>
            <p:nvPr/>
          </p:nvSpPr>
          <p:spPr bwMode="auto">
            <a:xfrm>
              <a:off x="2592"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52" name="Line 20"/>
            <p:cNvSpPr>
              <a:spLocks noChangeShapeType="1"/>
            </p:cNvSpPr>
            <p:nvPr/>
          </p:nvSpPr>
          <p:spPr bwMode="auto">
            <a:xfrm>
              <a:off x="302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53" name="Line 21"/>
            <p:cNvSpPr>
              <a:spLocks noChangeShapeType="1"/>
            </p:cNvSpPr>
            <p:nvPr/>
          </p:nvSpPr>
          <p:spPr bwMode="auto">
            <a:xfrm>
              <a:off x="3456"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54" name="Line 22"/>
            <p:cNvSpPr>
              <a:spLocks noChangeShapeType="1"/>
            </p:cNvSpPr>
            <p:nvPr/>
          </p:nvSpPr>
          <p:spPr bwMode="auto">
            <a:xfrm>
              <a:off x="3888"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55" name="Rectangle 23"/>
            <p:cNvSpPr>
              <a:spLocks noChangeArrowheads="1"/>
            </p:cNvSpPr>
            <p:nvPr/>
          </p:nvSpPr>
          <p:spPr bwMode="auto">
            <a:xfrm>
              <a:off x="768" y="3369"/>
              <a:ext cx="239"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1</a:t>
              </a:r>
            </a:p>
          </p:txBody>
        </p:sp>
        <p:sp>
          <p:nvSpPr>
            <p:cNvPr id="44056" name="Rectangle 24"/>
            <p:cNvSpPr>
              <a:spLocks noChangeArrowheads="1"/>
            </p:cNvSpPr>
            <p:nvPr/>
          </p:nvSpPr>
          <p:spPr bwMode="auto">
            <a:xfrm>
              <a:off x="960"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2</a:t>
              </a:r>
            </a:p>
          </p:txBody>
        </p:sp>
        <p:sp>
          <p:nvSpPr>
            <p:cNvPr id="44057" name="Rectangle 25"/>
            <p:cNvSpPr>
              <a:spLocks noChangeArrowheads="1"/>
            </p:cNvSpPr>
            <p:nvPr/>
          </p:nvSpPr>
          <p:spPr bwMode="auto">
            <a:xfrm>
              <a:off x="1371" y="3369"/>
              <a:ext cx="280"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W</a:t>
              </a:r>
              <a:r>
                <a:rPr lang="en-US" baseline="-25000" dirty="0">
                  <a:solidFill>
                    <a:srgbClr val="3366FF"/>
                  </a:solidFill>
                  <a:latin typeface="Candara" panose="020E0502030303020204" pitchFamily="34" charset="0"/>
                </a:rPr>
                <a:t>1</a:t>
              </a:r>
            </a:p>
          </p:txBody>
        </p:sp>
        <p:sp>
          <p:nvSpPr>
            <p:cNvPr id="44058" name="Rectangle 26"/>
            <p:cNvSpPr>
              <a:spLocks noChangeArrowheads="1"/>
            </p:cNvSpPr>
            <p:nvPr/>
          </p:nvSpPr>
          <p:spPr bwMode="auto">
            <a:xfrm>
              <a:off x="1824"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3</a:t>
              </a:r>
            </a:p>
          </p:txBody>
        </p:sp>
        <p:sp>
          <p:nvSpPr>
            <p:cNvPr id="44059" name="Line 27"/>
            <p:cNvSpPr>
              <a:spLocks noChangeShapeType="1"/>
            </p:cNvSpPr>
            <p:nvPr/>
          </p:nvSpPr>
          <p:spPr bwMode="auto">
            <a:xfrm>
              <a:off x="108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60" name="Line 28"/>
            <p:cNvSpPr>
              <a:spLocks noChangeShapeType="1"/>
            </p:cNvSpPr>
            <p:nvPr/>
          </p:nvSpPr>
          <p:spPr bwMode="auto">
            <a:xfrm>
              <a:off x="1512"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61" name="Line 29"/>
            <p:cNvSpPr>
              <a:spLocks noChangeShapeType="1"/>
            </p:cNvSpPr>
            <p:nvPr/>
          </p:nvSpPr>
          <p:spPr bwMode="auto">
            <a:xfrm>
              <a:off x="194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62" name="Line 30"/>
            <p:cNvSpPr>
              <a:spLocks noChangeShapeType="1"/>
            </p:cNvSpPr>
            <p:nvPr/>
          </p:nvSpPr>
          <p:spPr bwMode="auto">
            <a:xfrm>
              <a:off x="2376"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63" name="Line 31"/>
            <p:cNvSpPr>
              <a:spLocks noChangeShapeType="1"/>
            </p:cNvSpPr>
            <p:nvPr/>
          </p:nvSpPr>
          <p:spPr bwMode="auto">
            <a:xfrm>
              <a:off x="2808"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64" name="Line 32"/>
            <p:cNvSpPr>
              <a:spLocks noChangeShapeType="1"/>
            </p:cNvSpPr>
            <p:nvPr/>
          </p:nvSpPr>
          <p:spPr bwMode="auto">
            <a:xfrm>
              <a:off x="324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65" name="Line 33"/>
            <p:cNvSpPr>
              <a:spLocks noChangeShapeType="1"/>
            </p:cNvSpPr>
            <p:nvPr/>
          </p:nvSpPr>
          <p:spPr bwMode="auto">
            <a:xfrm>
              <a:off x="3672"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66" name="Line 34"/>
            <p:cNvSpPr>
              <a:spLocks noChangeShapeType="1"/>
            </p:cNvSpPr>
            <p:nvPr/>
          </p:nvSpPr>
          <p:spPr bwMode="auto">
            <a:xfrm>
              <a:off x="4104"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67" name="Text Box 35"/>
            <p:cNvSpPr txBox="1">
              <a:spLocks noChangeArrowheads="1"/>
            </p:cNvSpPr>
            <p:nvPr/>
          </p:nvSpPr>
          <p:spPr bwMode="auto">
            <a:xfrm>
              <a:off x="768"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0</a:t>
              </a:r>
            </a:p>
          </p:txBody>
        </p:sp>
        <p:sp>
          <p:nvSpPr>
            <p:cNvPr id="44068" name="Text Box 36"/>
            <p:cNvSpPr txBox="1">
              <a:spLocks noChangeArrowheads="1"/>
            </p:cNvSpPr>
            <p:nvPr/>
          </p:nvSpPr>
          <p:spPr bwMode="auto">
            <a:xfrm>
              <a:off x="1200"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2</a:t>
              </a:r>
            </a:p>
          </p:txBody>
        </p:sp>
        <p:sp>
          <p:nvSpPr>
            <p:cNvPr id="44069" name="Text Box 37"/>
            <p:cNvSpPr txBox="1">
              <a:spLocks noChangeArrowheads="1"/>
            </p:cNvSpPr>
            <p:nvPr/>
          </p:nvSpPr>
          <p:spPr bwMode="auto">
            <a:xfrm>
              <a:off x="1632"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4</a:t>
              </a:r>
            </a:p>
          </p:txBody>
        </p:sp>
        <p:sp>
          <p:nvSpPr>
            <p:cNvPr id="44070" name="Text Box 38"/>
            <p:cNvSpPr txBox="1">
              <a:spLocks noChangeArrowheads="1"/>
            </p:cNvSpPr>
            <p:nvPr/>
          </p:nvSpPr>
          <p:spPr bwMode="auto">
            <a:xfrm>
              <a:off x="2064"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6</a:t>
              </a:r>
            </a:p>
          </p:txBody>
        </p:sp>
        <p:sp>
          <p:nvSpPr>
            <p:cNvPr id="44071" name="Text Box 39"/>
            <p:cNvSpPr txBox="1">
              <a:spLocks noChangeArrowheads="1"/>
            </p:cNvSpPr>
            <p:nvPr/>
          </p:nvSpPr>
          <p:spPr bwMode="auto">
            <a:xfrm>
              <a:off x="2496" y="3696"/>
              <a:ext cx="144"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8</a:t>
              </a:r>
            </a:p>
          </p:txBody>
        </p:sp>
        <p:sp>
          <p:nvSpPr>
            <p:cNvPr id="44072" name="Text Box 40"/>
            <p:cNvSpPr txBox="1">
              <a:spLocks noChangeArrowheads="1"/>
            </p:cNvSpPr>
            <p:nvPr/>
          </p:nvSpPr>
          <p:spPr bwMode="auto">
            <a:xfrm>
              <a:off x="2928"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10</a:t>
              </a:r>
            </a:p>
          </p:txBody>
        </p:sp>
        <p:sp>
          <p:nvSpPr>
            <p:cNvPr id="44073" name="Text Box 41"/>
            <p:cNvSpPr txBox="1">
              <a:spLocks noChangeArrowheads="1"/>
            </p:cNvSpPr>
            <p:nvPr/>
          </p:nvSpPr>
          <p:spPr bwMode="auto">
            <a:xfrm>
              <a:off x="3360"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12</a:t>
              </a:r>
            </a:p>
          </p:txBody>
        </p:sp>
        <p:sp>
          <p:nvSpPr>
            <p:cNvPr id="44074" name="Text Box 42"/>
            <p:cNvSpPr txBox="1">
              <a:spLocks noChangeArrowheads="1"/>
            </p:cNvSpPr>
            <p:nvPr/>
          </p:nvSpPr>
          <p:spPr bwMode="auto">
            <a:xfrm>
              <a:off x="3792"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14</a:t>
              </a:r>
            </a:p>
          </p:txBody>
        </p:sp>
        <p:sp>
          <p:nvSpPr>
            <p:cNvPr id="44075" name="Line 43"/>
            <p:cNvSpPr>
              <a:spLocks noChangeShapeType="1"/>
            </p:cNvSpPr>
            <p:nvPr/>
          </p:nvSpPr>
          <p:spPr bwMode="auto">
            <a:xfrm>
              <a:off x="4320" y="3621"/>
              <a:ext cx="0" cy="75"/>
            </a:xfrm>
            <a:prstGeom prst="line">
              <a:avLst/>
            </a:prstGeom>
            <a:noFill/>
            <a:ln w="19050">
              <a:solidFill>
                <a:schemeClr val="tx1"/>
              </a:solidFill>
              <a:round/>
              <a:headEnd/>
              <a:tailEnd/>
            </a:ln>
          </p:spPr>
          <p:txBody>
            <a:bodyPr/>
            <a:lstStyle/>
            <a:p>
              <a:endParaRPr lang="en-US" dirty="0">
                <a:latin typeface="Candara" panose="020E0502030303020204" pitchFamily="34" charset="0"/>
              </a:endParaRPr>
            </a:p>
          </p:txBody>
        </p:sp>
        <p:sp>
          <p:nvSpPr>
            <p:cNvPr id="44076" name="Text Box 44"/>
            <p:cNvSpPr txBox="1">
              <a:spLocks noChangeArrowheads="1"/>
            </p:cNvSpPr>
            <p:nvPr/>
          </p:nvSpPr>
          <p:spPr bwMode="auto">
            <a:xfrm>
              <a:off x="4224" y="3696"/>
              <a:ext cx="240" cy="192"/>
            </a:xfrm>
            <a:prstGeom prst="rect">
              <a:avLst/>
            </a:prstGeom>
            <a:noFill/>
            <a:ln w="9525">
              <a:noFill/>
              <a:miter lim="800000"/>
              <a:headEnd/>
              <a:tailEnd/>
            </a:ln>
          </p:spPr>
          <p:txBody>
            <a:bodyPr>
              <a:spAutoFit/>
            </a:bodyPr>
            <a:lstStyle/>
            <a:p>
              <a:pPr eaLnBrk="0" hangingPunct="0">
                <a:spcBef>
                  <a:spcPct val="50000"/>
                </a:spcBef>
              </a:pPr>
              <a:r>
                <a:rPr lang="en-US" sz="1400" dirty="0">
                  <a:latin typeface="Candara" panose="020E0502030303020204" pitchFamily="34" charset="0"/>
                </a:rPr>
                <a:t>16</a:t>
              </a:r>
            </a:p>
          </p:txBody>
        </p:sp>
        <p:sp>
          <p:nvSpPr>
            <p:cNvPr id="44077" name="Rectangle 45"/>
            <p:cNvSpPr>
              <a:spLocks noChangeArrowheads="1"/>
            </p:cNvSpPr>
            <p:nvPr/>
          </p:nvSpPr>
          <p:spPr bwMode="auto">
            <a:xfrm>
              <a:off x="2039"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4</a:t>
              </a:r>
            </a:p>
          </p:txBody>
        </p:sp>
        <p:sp>
          <p:nvSpPr>
            <p:cNvPr id="44078" name="Rectangle 46"/>
            <p:cNvSpPr>
              <a:spLocks noChangeArrowheads="1"/>
            </p:cNvSpPr>
            <p:nvPr/>
          </p:nvSpPr>
          <p:spPr bwMode="auto">
            <a:xfrm>
              <a:off x="2880" y="3369"/>
              <a:ext cx="295"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W</a:t>
              </a:r>
              <a:r>
                <a:rPr lang="en-US" baseline="-25000" dirty="0">
                  <a:solidFill>
                    <a:srgbClr val="3366FF"/>
                  </a:solidFill>
                  <a:latin typeface="Candara" panose="020E0502030303020204" pitchFamily="34" charset="0"/>
                </a:rPr>
                <a:t>2</a:t>
              </a:r>
            </a:p>
          </p:txBody>
        </p:sp>
        <p:sp>
          <p:nvSpPr>
            <p:cNvPr id="44079" name="Rectangle 47"/>
            <p:cNvSpPr>
              <a:spLocks noChangeArrowheads="1"/>
            </p:cNvSpPr>
            <p:nvPr/>
          </p:nvSpPr>
          <p:spPr bwMode="auto">
            <a:xfrm>
              <a:off x="3276" y="3369"/>
              <a:ext cx="295"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W</a:t>
              </a:r>
              <a:r>
                <a:rPr lang="en-US" baseline="-25000" dirty="0">
                  <a:solidFill>
                    <a:srgbClr val="3366FF"/>
                  </a:solidFill>
                  <a:latin typeface="Candara" panose="020E0502030303020204" pitchFamily="34" charset="0"/>
                </a:rPr>
                <a:t>3</a:t>
              </a:r>
            </a:p>
          </p:txBody>
        </p:sp>
        <p:sp>
          <p:nvSpPr>
            <p:cNvPr id="44080" name="Rectangle 48"/>
            <p:cNvSpPr>
              <a:spLocks noChangeArrowheads="1"/>
            </p:cNvSpPr>
            <p:nvPr/>
          </p:nvSpPr>
          <p:spPr bwMode="auto">
            <a:xfrm>
              <a:off x="2471" y="3369"/>
              <a:ext cx="254"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5</a:t>
              </a:r>
            </a:p>
          </p:txBody>
        </p:sp>
        <p:sp>
          <p:nvSpPr>
            <p:cNvPr id="44081" name="Rectangle 49"/>
            <p:cNvSpPr>
              <a:spLocks noChangeArrowheads="1"/>
            </p:cNvSpPr>
            <p:nvPr/>
          </p:nvSpPr>
          <p:spPr bwMode="auto">
            <a:xfrm>
              <a:off x="3744" y="3369"/>
              <a:ext cx="258" cy="233"/>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dirty="0">
                  <a:solidFill>
                    <a:srgbClr val="3366FF"/>
                  </a:solidFill>
                  <a:latin typeface="Candara" panose="020E0502030303020204" pitchFamily="34" charset="0"/>
                </a:rPr>
                <a:t>R</a:t>
              </a:r>
              <a:r>
                <a:rPr lang="en-US" baseline="-25000" dirty="0">
                  <a:solidFill>
                    <a:srgbClr val="3366FF"/>
                  </a:solidFill>
                  <a:latin typeface="Candara" panose="020E0502030303020204" pitchFamily="34" charset="0"/>
                </a:rPr>
                <a:t>6</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p:txBody>
          <a:bodyPr/>
          <a:lstStyle/>
          <a:p>
            <a:pPr eaLnBrk="1" hangingPunct="1"/>
            <a:r>
              <a:rPr lang="en-US" dirty="0">
                <a:ea typeface="ＭＳ Ｐゴシック" pitchFamily="34" charset="-128"/>
              </a:rPr>
              <a:t>Solution (cont’d)</a:t>
            </a:r>
          </a:p>
        </p:txBody>
      </p:sp>
      <p:sp>
        <p:nvSpPr>
          <p:cNvPr id="2" name="Slide Number Placeholder 1"/>
          <p:cNvSpPr>
            <a:spLocks noGrp="1"/>
          </p:cNvSpPr>
          <p:nvPr>
            <p:ph type="sldNum" sz="quarter" idx="12"/>
          </p:nvPr>
        </p:nvSpPr>
        <p:spPr/>
        <p:txBody>
          <a:bodyPr/>
          <a:lstStyle/>
          <a:p>
            <a:pPr>
              <a:defRPr/>
            </a:pPr>
            <a:fld id="{CB25FCC0-7A1A-455C-A362-D69077656366}" type="slidenum">
              <a:rPr lang="en-US" smtClean="0"/>
              <a:pPr>
                <a:defRPr/>
              </a:pPr>
              <a:t>26</a:t>
            </a:fld>
            <a:endParaRPr lang="en-US" dirty="0"/>
          </a:p>
        </p:txBody>
      </p:sp>
      <p:sp>
        <p:nvSpPr>
          <p:cNvPr id="7" name="Rectangle 6"/>
          <p:cNvSpPr>
            <a:spLocks noChangeArrowheads="1"/>
          </p:cNvSpPr>
          <p:nvPr/>
        </p:nvSpPr>
        <p:spPr bwMode="auto">
          <a:xfrm>
            <a:off x="2133600" y="1524000"/>
            <a:ext cx="3581400" cy="49530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tIns="91440" bIns="91440" anchor="t" anchorCtr="0"/>
          <a:lstStyle/>
          <a:p>
            <a:pPr>
              <a:tabLst>
                <a:tab pos="463550" algn="l"/>
              </a:tabLst>
            </a:pPr>
            <a:r>
              <a:rPr lang="en-US" sz="2000" dirty="0" err="1">
                <a:latin typeface="Candara" panose="020E0502030303020204" pitchFamily="34" charset="0"/>
              </a:rPr>
              <a:t>sem_t</a:t>
            </a:r>
            <a:r>
              <a:rPr lang="en-US" sz="2000" dirty="0">
                <a:latin typeface="Candara" panose="020E0502030303020204" pitchFamily="34" charset="0"/>
              </a:rPr>
              <a:t> </a:t>
            </a:r>
            <a:r>
              <a:rPr lang="en-US" sz="2000" dirty="0" err="1">
                <a:latin typeface="Candara" panose="020E0502030303020204" pitchFamily="34" charset="0"/>
              </a:rPr>
              <a:t>writelock</a:t>
            </a:r>
            <a:r>
              <a:rPr lang="en-US" sz="2000" dirty="0">
                <a:latin typeface="Candara" panose="020E0502030303020204" pitchFamily="34" charset="0"/>
              </a:rPr>
              <a:t>;</a:t>
            </a:r>
          </a:p>
          <a:p>
            <a:pPr>
              <a:tabLst>
                <a:tab pos="463550" algn="l"/>
              </a:tabLst>
            </a:pPr>
            <a:r>
              <a:rPr lang="en-US" sz="2000" dirty="0" err="1">
                <a:latin typeface="Candara" panose="020E0502030303020204" pitchFamily="34" charset="0"/>
              </a:rPr>
              <a:t>sem_t</a:t>
            </a:r>
            <a:r>
              <a:rPr lang="en-US" sz="2000" dirty="0">
                <a:latin typeface="Candara" panose="020E0502030303020204" pitchFamily="34" charset="0"/>
              </a:rPr>
              <a:t> lock;</a:t>
            </a:r>
          </a:p>
          <a:p>
            <a:pPr>
              <a:tabLst>
                <a:tab pos="463550" algn="l"/>
              </a:tabLst>
            </a:pPr>
            <a:r>
              <a:rPr lang="en-US" sz="2000" dirty="0" err="1">
                <a:latin typeface="Candara" panose="020E0502030303020204" pitchFamily="34" charset="0"/>
              </a:rPr>
              <a:t>int</a:t>
            </a:r>
            <a:r>
              <a:rPr lang="en-US" sz="2000" dirty="0">
                <a:latin typeface="Candara" panose="020E0502030303020204" pitchFamily="34" charset="0"/>
              </a:rPr>
              <a:t> readers;</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readers = 0;</a:t>
            </a:r>
          </a:p>
          <a:p>
            <a:pPr>
              <a:tabLst>
                <a:tab pos="463550" algn="l"/>
              </a:tabLst>
            </a:pPr>
            <a:r>
              <a:rPr lang="en-US" sz="2000" dirty="0" err="1">
                <a:latin typeface="Candara" panose="020E0502030303020204" pitchFamily="34" charset="0"/>
              </a:rPr>
              <a:t>sem_init</a:t>
            </a:r>
            <a:r>
              <a:rPr lang="en-US" sz="2000" dirty="0">
                <a:latin typeface="Candara" panose="020E0502030303020204" pitchFamily="34" charset="0"/>
              </a:rPr>
              <a:t>(&amp;lock, 0, 1); </a:t>
            </a:r>
          </a:p>
          <a:p>
            <a:pPr>
              <a:tabLst>
                <a:tab pos="463550" algn="l"/>
              </a:tabLst>
            </a:pPr>
            <a:r>
              <a:rPr lang="en-US" sz="2000" dirty="0" err="1">
                <a:latin typeface="Candara" panose="020E0502030303020204" pitchFamily="34" charset="0"/>
              </a:rPr>
              <a:t>sem_init</a:t>
            </a:r>
            <a:r>
              <a:rPr lang="en-US" sz="2000" dirty="0">
                <a:latin typeface="Candara" panose="020E0502030303020204" pitchFamily="34" charset="0"/>
              </a:rPr>
              <a:t>(&amp;</a:t>
            </a:r>
            <a:r>
              <a:rPr lang="en-US" sz="2000" dirty="0" err="1">
                <a:latin typeface="Candara" panose="020E0502030303020204" pitchFamily="34" charset="0"/>
              </a:rPr>
              <a:t>writelock</a:t>
            </a:r>
            <a:r>
              <a:rPr lang="en-US" sz="2000" dirty="0">
                <a:latin typeface="Candara" panose="020E0502030303020204" pitchFamily="34" charset="0"/>
              </a:rPr>
              <a:t>, 0, 1);</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a:t>
            </a:r>
            <a:r>
              <a:rPr lang="en-US" sz="2000" dirty="0" err="1">
                <a:latin typeface="Candara" panose="020E0502030303020204" pitchFamily="34" charset="0"/>
              </a:rPr>
              <a:t>acquire_writelock</a:t>
            </a:r>
            <a:r>
              <a:rPr lang="en-US" sz="2000" dirty="0">
                <a:latin typeface="Candara" panose="020E0502030303020204" pitchFamily="34" charset="0"/>
              </a:rPr>
              <a:t>( )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a:t>
            </a:r>
            <a:r>
              <a:rPr lang="en-US" sz="2000" dirty="0" err="1">
                <a:latin typeface="Candara" panose="020E0502030303020204" pitchFamily="34" charset="0"/>
              </a:rPr>
              <a:t>writelock</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a:t>
            </a:r>
            <a:r>
              <a:rPr lang="en-US" sz="2000" dirty="0" err="1">
                <a:latin typeface="Candara" panose="020E0502030303020204" pitchFamily="34" charset="0"/>
              </a:rPr>
              <a:t>release_writelock</a:t>
            </a:r>
            <a:r>
              <a:rPr lang="en-US" sz="2000" dirty="0">
                <a:latin typeface="Candara" panose="020E0502030303020204" pitchFamily="34" charset="0"/>
              </a:rPr>
              <a:t>( )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sem_post</a:t>
            </a:r>
            <a:r>
              <a:rPr lang="en-US" sz="2000" dirty="0">
                <a:latin typeface="Candara" panose="020E0502030303020204" pitchFamily="34" charset="0"/>
              </a:rPr>
              <a:t>(&amp;</a:t>
            </a:r>
            <a:r>
              <a:rPr lang="en-US" sz="2000" dirty="0" err="1">
                <a:latin typeface="Candara" panose="020E0502030303020204" pitchFamily="34" charset="0"/>
              </a:rPr>
              <a:t>writelock</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a:t>
            </a:r>
          </a:p>
        </p:txBody>
      </p:sp>
      <p:sp>
        <p:nvSpPr>
          <p:cNvPr id="8" name="Rectangle 7"/>
          <p:cNvSpPr>
            <a:spLocks noChangeArrowheads="1"/>
          </p:cNvSpPr>
          <p:nvPr/>
        </p:nvSpPr>
        <p:spPr bwMode="auto">
          <a:xfrm>
            <a:off x="6324600" y="914400"/>
            <a:ext cx="3733800" cy="55626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tIns="91440" bIns="91440" anchor="t" anchorCtr="0"/>
          <a:lstStyle/>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a:t>
            </a:r>
            <a:r>
              <a:rPr lang="en-US" sz="2000" dirty="0" err="1">
                <a:latin typeface="Candara" panose="020E0502030303020204" pitchFamily="34" charset="0"/>
              </a:rPr>
              <a:t>acquire_readlock</a:t>
            </a:r>
            <a:r>
              <a:rPr lang="en-US" sz="2000" dirty="0">
                <a:latin typeface="Candara" panose="020E0502030303020204" pitchFamily="34" charset="0"/>
              </a:rPr>
              <a:t>( )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(&amp;lock);</a:t>
            </a:r>
          </a:p>
          <a:p>
            <a:pPr>
              <a:tabLst>
                <a:tab pos="463550" algn="l"/>
              </a:tabLst>
            </a:pPr>
            <a:r>
              <a:rPr lang="en-US" sz="2000" dirty="0">
                <a:latin typeface="Candara" panose="020E0502030303020204" pitchFamily="34" charset="0"/>
              </a:rPr>
              <a:t>    readers++;</a:t>
            </a:r>
          </a:p>
          <a:p>
            <a:pPr>
              <a:tabLst>
                <a:tab pos="463550" algn="l"/>
              </a:tabLst>
            </a:pPr>
            <a:r>
              <a:rPr lang="en-US" sz="2000" dirty="0">
                <a:latin typeface="Candara" panose="020E0502030303020204" pitchFamily="34" charset="0"/>
              </a:rPr>
              <a:t>    if (readers == 1)</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a:t>
            </a:r>
            <a:r>
              <a:rPr lang="en-US" sz="2000" dirty="0" err="1">
                <a:latin typeface="Candara" panose="020E0502030303020204" pitchFamily="34" charset="0"/>
              </a:rPr>
              <a:t>writelock</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sem_post</a:t>
            </a:r>
            <a:r>
              <a:rPr lang="en-US" sz="2000" dirty="0">
                <a:latin typeface="Candara" panose="020E0502030303020204" pitchFamily="34" charset="0"/>
              </a:rPr>
              <a:t>(&amp;lock);</a:t>
            </a: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a:p>
            <a:pPr>
              <a:tabLst>
                <a:tab pos="463550" algn="l"/>
              </a:tabLst>
            </a:pPr>
            <a:r>
              <a:rPr lang="en-US" sz="2000" dirty="0">
                <a:latin typeface="Candara" panose="020E0502030303020204" pitchFamily="34" charset="0"/>
              </a:rPr>
              <a:t>void </a:t>
            </a:r>
            <a:r>
              <a:rPr lang="en-US" sz="2000" dirty="0" err="1">
                <a:latin typeface="Candara" panose="020E0502030303020204" pitchFamily="34" charset="0"/>
              </a:rPr>
              <a:t>release_readlock</a:t>
            </a:r>
            <a:r>
              <a:rPr lang="en-US" sz="2000" dirty="0">
                <a:latin typeface="Candara" panose="020E0502030303020204" pitchFamily="34" charset="0"/>
              </a:rPr>
              <a:t>( ) {</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(&amp;lock);</a:t>
            </a:r>
          </a:p>
          <a:p>
            <a:pPr>
              <a:tabLst>
                <a:tab pos="463550" algn="l"/>
              </a:tabLst>
            </a:pPr>
            <a:r>
              <a:rPr lang="en-US" sz="2000" dirty="0">
                <a:latin typeface="Candara" panose="020E0502030303020204" pitchFamily="34" charset="0"/>
              </a:rPr>
              <a:t>    readers--;</a:t>
            </a:r>
          </a:p>
          <a:p>
            <a:pPr>
              <a:tabLst>
                <a:tab pos="463550" algn="l"/>
              </a:tabLst>
            </a:pPr>
            <a:r>
              <a:rPr lang="en-US" sz="2000" dirty="0">
                <a:latin typeface="Candara" panose="020E0502030303020204" pitchFamily="34" charset="0"/>
              </a:rPr>
              <a:t>    if (readers == 0)</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sem_post</a:t>
            </a:r>
            <a:r>
              <a:rPr lang="en-US" sz="2000" dirty="0">
                <a:latin typeface="Candara" panose="020E0502030303020204" pitchFamily="34" charset="0"/>
              </a:rPr>
              <a:t>(&amp;</a:t>
            </a:r>
            <a:r>
              <a:rPr lang="en-US" sz="2000" dirty="0" err="1">
                <a:latin typeface="Candara" panose="020E0502030303020204" pitchFamily="34" charset="0"/>
              </a:rPr>
              <a:t>writelock</a:t>
            </a:r>
            <a:r>
              <a:rPr lang="en-US" sz="2000" dirty="0">
                <a:latin typeface="Candara" panose="020E0502030303020204" pitchFamily="34" charset="0"/>
              </a:rPr>
              <a:t>);</a:t>
            </a:r>
          </a:p>
          <a:p>
            <a:pP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sem_post</a:t>
            </a:r>
            <a:r>
              <a:rPr lang="en-US" sz="2000" dirty="0">
                <a:latin typeface="Candara" panose="020E0502030303020204" pitchFamily="34" charset="0"/>
              </a:rPr>
              <a:t>(&amp;lock);</a:t>
            </a:r>
          </a:p>
          <a:p>
            <a:pPr>
              <a:tabLst>
                <a:tab pos="463550" algn="l"/>
              </a:tabLst>
            </a:pPr>
            <a:r>
              <a:rPr lang="en-US" sz="2000" dirty="0">
                <a:latin typeface="Candara" panose="020E0502030303020204" pitchFamily="34" charset="0"/>
              </a:rPr>
              <a:t>}</a:t>
            </a:r>
          </a:p>
          <a:p>
            <a:pPr>
              <a:tabLst>
                <a:tab pos="463550" algn="l"/>
              </a:tabLst>
            </a:pPr>
            <a:endParaRPr lang="en-US" sz="2000" dirty="0">
              <a:latin typeface="Candara" panose="020E0502030303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p:txBody>
          <a:bodyPr/>
          <a:lstStyle/>
          <a:p>
            <a:pPr eaLnBrk="1" hangingPunct="1"/>
            <a:r>
              <a:rPr lang="en-US" dirty="0">
                <a:ea typeface="ＭＳ Ｐゴシック" pitchFamily="34" charset="-128"/>
              </a:rPr>
              <a:t>Dining-philosophers problem</a:t>
            </a:r>
          </a:p>
        </p:txBody>
      </p:sp>
      <p:sp>
        <p:nvSpPr>
          <p:cNvPr id="2" name="Slide Number Placeholder 1"/>
          <p:cNvSpPr>
            <a:spLocks noGrp="1"/>
          </p:cNvSpPr>
          <p:nvPr>
            <p:ph type="sldNum" sz="quarter" idx="12"/>
          </p:nvPr>
        </p:nvSpPr>
        <p:spPr/>
        <p:txBody>
          <a:bodyPr/>
          <a:lstStyle/>
          <a:p>
            <a:pPr>
              <a:defRPr/>
            </a:pPr>
            <a:fld id="{CB25FCC0-7A1A-455C-A362-D69077656366}" type="slidenum">
              <a:rPr lang="en-US" smtClean="0"/>
              <a:pPr>
                <a:defRPr/>
              </a:pPr>
              <a:t>27</a:t>
            </a:fld>
            <a:endParaRPr lang="en-US" dirty="0"/>
          </a:p>
        </p:txBody>
      </p:sp>
      <p:pic>
        <p:nvPicPr>
          <p:cNvPr id="48131" name="Picture 6"/>
          <p:cNvPicPr>
            <a:picLocks noChangeArrowheads="1"/>
          </p:cNvPicPr>
          <p:nvPr/>
        </p:nvPicPr>
        <p:blipFill>
          <a:blip r:embed="rId3"/>
          <a:srcRect l="9224" t="1500" r="9149" b="751"/>
          <a:stretch>
            <a:fillRect/>
          </a:stretch>
        </p:blipFill>
        <p:spPr bwMode="auto">
          <a:xfrm>
            <a:off x="3352800" y="1528764"/>
            <a:ext cx="5257800" cy="4872037"/>
          </a:xfrm>
          <a:prstGeom prst="rect">
            <a:avLst/>
          </a:prstGeom>
          <a:noFill/>
          <a:ln w="57150" cmpd="thickThin">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15A24-796F-4012-B1BC-859C5BF1C409}"/>
              </a:ext>
            </a:extLst>
          </p:cNvPr>
          <p:cNvSpPr>
            <a:spLocks noGrp="1"/>
          </p:cNvSpPr>
          <p:nvPr>
            <p:ph type="title"/>
          </p:nvPr>
        </p:nvSpPr>
        <p:spPr/>
        <p:txBody>
          <a:bodyPr/>
          <a:lstStyle/>
          <a:p>
            <a:r>
              <a:rPr lang="en-US" dirty="0">
                <a:ea typeface="ＭＳ Ｐゴシック" pitchFamily="34" charset="-128"/>
              </a:rPr>
              <a:t>Dining-philosophers problem</a:t>
            </a:r>
            <a:endParaRPr lang="en-US" dirty="0"/>
          </a:p>
        </p:txBody>
      </p:sp>
      <p:sp>
        <p:nvSpPr>
          <p:cNvPr id="3" name="Slide Number Placeholder 2">
            <a:extLst>
              <a:ext uri="{FF2B5EF4-FFF2-40B4-BE49-F238E27FC236}">
                <a16:creationId xmlns:a16="http://schemas.microsoft.com/office/drawing/2014/main" id="{24402705-8072-48FE-AB31-B7AFE35D257D}"/>
              </a:ext>
            </a:extLst>
          </p:cNvPr>
          <p:cNvSpPr>
            <a:spLocks noGrp="1"/>
          </p:cNvSpPr>
          <p:nvPr>
            <p:ph type="sldNum" sz="quarter" idx="12"/>
          </p:nvPr>
        </p:nvSpPr>
        <p:spPr/>
        <p:txBody>
          <a:bodyPr/>
          <a:lstStyle/>
          <a:p>
            <a:pPr>
              <a:defRPr/>
            </a:pPr>
            <a:fld id="{CB25FCC0-7A1A-455C-A362-D69077656366}" type="slidenum">
              <a:rPr lang="en-US" smtClean="0"/>
              <a:pPr>
                <a:defRPr/>
              </a:pPr>
              <a:t>28</a:t>
            </a:fld>
            <a:endParaRPr lang="en-US" dirty="0"/>
          </a:p>
        </p:txBody>
      </p:sp>
      <p:sp>
        <p:nvSpPr>
          <p:cNvPr id="5" name="TextBox 4">
            <a:extLst>
              <a:ext uri="{FF2B5EF4-FFF2-40B4-BE49-F238E27FC236}">
                <a16:creationId xmlns:a16="http://schemas.microsoft.com/office/drawing/2014/main" id="{870BFCA6-7FAD-4905-81CC-3245602F7C47}"/>
              </a:ext>
            </a:extLst>
          </p:cNvPr>
          <p:cNvSpPr txBox="1"/>
          <p:nvPr/>
        </p:nvSpPr>
        <p:spPr>
          <a:xfrm>
            <a:off x="609600" y="1752600"/>
            <a:ext cx="10439400" cy="4524315"/>
          </a:xfrm>
          <a:prstGeom prst="rect">
            <a:avLst/>
          </a:prstGeom>
          <a:noFill/>
        </p:spPr>
        <p:txBody>
          <a:bodyPr wrap="square">
            <a:spAutoFit/>
          </a:bodyPr>
          <a:lstStyle/>
          <a:p>
            <a:pPr algn="l"/>
            <a:r>
              <a:rPr lang="en-US" b="0" i="0" dirty="0">
                <a:solidFill>
                  <a:srgbClr val="202122"/>
                </a:solidFill>
                <a:effectLst/>
                <a:latin typeface="Arial" panose="020B0604020202020204" pitchFamily="34" charset="0"/>
              </a:rPr>
              <a:t>Five silent </a:t>
            </a:r>
            <a:r>
              <a:rPr lang="en-US" b="0" i="0" u="none" strike="noStrike" dirty="0">
                <a:solidFill>
                  <a:srgbClr val="0645AD"/>
                </a:solidFill>
                <a:effectLst/>
                <a:latin typeface="Arial" panose="020B0604020202020204" pitchFamily="34" charset="0"/>
                <a:hlinkClick r:id="rId2" tooltip="Philosopher"/>
              </a:rPr>
              <a:t>philosophers</a:t>
            </a:r>
            <a:r>
              <a:rPr lang="en-US" b="0" i="0" dirty="0">
                <a:solidFill>
                  <a:srgbClr val="202122"/>
                </a:solidFill>
                <a:effectLst/>
                <a:latin typeface="Arial" panose="020B0604020202020204" pitchFamily="34" charset="0"/>
              </a:rPr>
              <a:t> sit at a round table with bowls of </a:t>
            </a:r>
            <a:r>
              <a:rPr lang="en-US" b="0" i="0" u="none" strike="noStrike" dirty="0">
                <a:solidFill>
                  <a:srgbClr val="0645AD"/>
                </a:solidFill>
                <a:effectLst/>
                <a:latin typeface="Arial" panose="020B0604020202020204" pitchFamily="34" charset="0"/>
                <a:hlinkClick r:id="rId3" tooltip="Spaghetti"/>
              </a:rPr>
              <a:t>spaghetti</a:t>
            </a:r>
            <a:r>
              <a:rPr lang="en-US" b="0" i="0" dirty="0">
                <a:solidFill>
                  <a:srgbClr val="202122"/>
                </a:solidFill>
                <a:effectLst/>
                <a:latin typeface="Arial" panose="020B0604020202020204" pitchFamily="34" charset="0"/>
              </a:rPr>
              <a:t>. Forks are placed between each pair of adjacent philosophers.</a:t>
            </a:r>
          </a:p>
          <a:p>
            <a:pPr algn="l"/>
            <a:endParaRPr lang="en-US" dirty="0">
              <a:solidFill>
                <a:srgbClr val="202122"/>
              </a:solidFill>
              <a:latin typeface="Arial" panose="020B0604020202020204" pitchFamily="34" charset="0"/>
            </a:endParaRPr>
          </a:p>
          <a:p>
            <a:pPr algn="l"/>
            <a:r>
              <a:rPr lang="en-US" b="0" i="0" dirty="0">
                <a:solidFill>
                  <a:srgbClr val="202122"/>
                </a:solidFill>
                <a:effectLst/>
                <a:latin typeface="Arial" panose="020B0604020202020204" pitchFamily="34" charset="0"/>
              </a:rPr>
              <a:t>Each philosopher must alternately think and eat. However, a philosopher can only eat spaghetti when they have both left and right forks. Each fork can be held by only one philosopher at a time and so a philosopher can use the fork only if it is not being used by another philosopher. After an individual philosopher finishes eating, they need to put down both forks so that the forks become available to others. A philosopher can only take the fork on their right or the one on their left as they become available and they cannot start eating before getting both forks.</a:t>
            </a:r>
          </a:p>
          <a:p>
            <a:pPr algn="l"/>
            <a:endParaRPr lang="en-US" b="0" i="0" dirty="0">
              <a:solidFill>
                <a:srgbClr val="202122"/>
              </a:solidFill>
              <a:effectLst/>
              <a:latin typeface="Arial" panose="020B0604020202020204" pitchFamily="34" charset="0"/>
            </a:endParaRPr>
          </a:p>
          <a:p>
            <a:pPr algn="l"/>
            <a:r>
              <a:rPr lang="en-US" b="0" i="0" dirty="0">
                <a:solidFill>
                  <a:srgbClr val="202122"/>
                </a:solidFill>
                <a:effectLst/>
                <a:latin typeface="Arial" panose="020B0604020202020204" pitchFamily="34" charset="0"/>
              </a:rPr>
              <a:t>Eating is not limited by the remaining amounts of spaghetti or stomach space; an infinite supply and an infinite demand are assumed.</a:t>
            </a:r>
          </a:p>
          <a:p>
            <a:pPr algn="l"/>
            <a:endParaRPr lang="en-US" b="0" i="0" dirty="0">
              <a:solidFill>
                <a:srgbClr val="202122"/>
              </a:solidFill>
              <a:effectLst/>
              <a:latin typeface="Arial" panose="020B0604020202020204" pitchFamily="34" charset="0"/>
            </a:endParaRPr>
          </a:p>
          <a:p>
            <a:pPr algn="l"/>
            <a:r>
              <a:rPr lang="en-US" b="0" i="0" dirty="0">
                <a:solidFill>
                  <a:srgbClr val="202122"/>
                </a:solidFill>
                <a:effectLst/>
                <a:latin typeface="Arial" panose="020B0604020202020204" pitchFamily="34" charset="0"/>
              </a:rPr>
              <a:t>The problem is how to design a discipline of behavior (a </a:t>
            </a:r>
            <a:r>
              <a:rPr lang="en-US" b="0" i="0" u="none" strike="noStrike" dirty="0">
                <a:solidFill>
                  <a:srgbClr val="0645AD"/>
                </a:solidFill>
                <a:effectLst/>
                <a:latin typeface="Arial" panose="020B0604020202020204" pitchFamily="34" charset="0"/>
                <a:hlinkClick r:id="rId4" tooltip="Concurrency (computer science)"/>
              </a:rPr>
              <a:t>concurrent</a:t>
            </a:r>
            <a:r>
              <a:rPr lang="en-US" b="0" i="0" dirty="0">
                <a:solidFill>
                  <a:srgbClr val="202122"/>
                </a:solidFill>
                <a:effectLst/>
                <a:latin typeface="Arial" panose="020B0604020202020204" pitchFamily="34" charset="0"/>
              </a:rPr>
              <a:t> </a:t>
            </a:r>
            <a:r>
              <a:rPr lang="en-US" b="0" i="0" u="none" strike="noStrike" dirty="0">
                <a:solidFill>
                  <a:srgbClr val="0645AD"/>
                </a:solidFill>
                <a:effectLst/>
                <a:latin typeface="Arial" panose="020B0604020202020204" pitchFamily="34" charset="0"/>
                <a:hlinkClick r:id="rId5" tooltip="Algorithm"/>
              </a:rPr>
              <a:t>algorithm</a:t>
            </a:r>
            <a:r>
              <a:rPr lang="en-US" b="0" i="0" dirty="0">
                <a:solidFill>
                  <a:srgbClr val="202122"/>
                </a:solidFill>
                <a:effectLst/>
                <a:latin typeface="Arial" panose="020B0604020202020204" pitchFamily="34" charset="0"/>
              </a:rPr>
              <a:t>) such that no philosopher will starve; </a:t>
            </a:r>
            <a:r>
              <a:rPr lang="en-US" b="0" i="1" dirty="0">
                <a:solidFill>
                  <a:srgbClr val="202122"/>
                </a:solidFill>
                <a:effectLst/>
                <a:latin typeface="Arial" panose="020B0604020202020204" pitchFamily="34" charset="0"/>
              </a:rPr>
              <a:t>i.e.</a:t>
            </a:r>
            <a:r>
              <a:rPr lang="en-US" b="0" i="0" dirty="0">
                <a:solidFill>
                  <a:srgbClr val="202122"/>
                </a:solidFill>
                <a:effectLst/>
                <a:latin typeface="Arial" panose="020B0604020202020204" pitchFamily="34" charset="0"/>
              </a:rPr>
              <a:t>, each can forever continue to alternate between eating and thinking, assuming that no philosopher can know when others may want to eat or think.</a:t>
            </a:r>
          </a:p>
        </p:txBody>
      </p:sp>
    </p:spTree>
    <p:extLst>
      <p:ext uri="{BB962C8B-B14F-4D97-AF65-F5344CB8AC3E}">
        <p14:creationId xmlns:p14="http://schemas.microsoft.com/office/powerpoint/2010/main" val="3566034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609600" y="76200"/>
            <a:ext cx="10972800" cy="987552"/>
          </a:xfrm>
        </p:spPr>
        <p:txBody>
          <a:bodyPr/>
          <a:lstStyle/>
          <a:p>
            <a:r>
              <a:rPr lang="en-US" dirty="0"/>
              <a:t>Dining-philosophers problem (cont’d)</a:t>
            </a:r>
          </a:p>
        </p:txBody>
      </p:sp>
      <p:sp>
        <p:nvSpPr>
          <p:cNvPr id="2" name="Slide Number Placeholder 1"/>
          <p:cNvSpPr>
            <a:spLocks noGrp="1"/>
          </p:cNvSpPr>
          <p:nvPr>
            <p:ph type="sldNum" sz="quarter" idx="12"/>
          </p:nvPr>
        </p:nvSpPr>
        <p:spPr>
          <a:xfrm>
            <a:off x="10939195" y="6583680"/>
            <a:ext cx="978485" cy="274320"/>
          </a:xfrm>
        </p:spPr>
        <p:txBody>
          <a:bodyPr/>
          <a:lstStyle/>
          <a:p>
            <a:fld id="{CB25FCC0-7A1A-455C-A362-D69077656366}" type="slidenum">
              <a:rPr lang="en-US" smtClean="0"/>
              <a:pPr/>
              <a:t>29</a:t>
            </a:fld>
            <a:endParaRPr lang="en-US" dirty="0"/>
          </a:p>
        </p:txBody>
      </p:sp>
      <p:sp>
        <p:nvSpPr>
          <p:cNvPr id="7" name="Rectangle 6"/>
          <p:cNvSpPr>
            <a:spLocks noChangeArrowheads="1"/>
          </p:cNvSpPr>
          <p:nvPr/>
        </p:nvSpPr>
        <p:spPr bwMode="auto">
          <a:xfrm>
            <a:off x="3276600" y="1447800"/>
            <a:ext cx="4648200" cy="49530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tIns="91440" bIns="91440" anchor="t" anchorCtr="0"/>
          <a:lstStyle/>
          <a:p>
            <a:pPr eaLnBrk="0" hangingPunct="0"/>
            <a:r>
              <a:rPr lang="en-US" sz="2000" dirty="0" err="1">
                <a:latin typeface="Candara" panose="020E0502030303020204" pitchFamily="34" charset="0"/>
              </a:rPr>
              <a:t>sem_t</a:t>
            </a:r>
            <a:r>
              <a:rPr lang="en-US" sz="2000" dirty="0">
                <a:latin typeface="Candara" panose="020E0502030303020204" pitchFamily="34" charset="0"/>
              </a:rPr>
              <a:t> </a:t>
            </a:r>
            <a:r>
              <a:rPr lang="en-US" sz="2000" dirty="0">
                <a:latin typeface="Candara" panose="020E0502030303020204" pitchFamily="34" charset="0"/>
                <a:ea typeface="ＭＳ Ｐゴシック" pitchFamily="34" charset="-128"/>
              </a:rPr>
              <a:t>chopstick[5]; </a:t>
            </a:r>
          </a:p>
          <a:p>
            <a:pPr eaLnBrk="0" hangingPunct="0"/>
            <a:r>
              <a:rPr lang="en-US" sz="2000" dirty="0" err="1">
                <a:latin typeface="Candara" panose="020E0502030303020204" pitchFamily="34" charset="0"/>
              </a:rPr>
              <a:t>sem_init</a:t>
            </a:r>
            <a:r>
              <a:rPr lang="en-US" sz="2000" dirty="0">
                <a:latin typeface="Candara" panose="020E0502030303020204" pitchFamily="34" charset="0"/>
              </a:rPr>
              <a:t>(&amp;chopstick, 0, 1);</a:t>
            </a:r>
          </a:p>
          <a:p>
            <a:pPr eaLnBrk="0" hangingPunct="0"/>
            <a:endParaRPr lang="en-US" sz="2000" dirty="0">
              <a:latin typeface="Candara" panose="020E0502030303020204" pitchFamily="34" charset="0"/>
            </a:endParaRPr>
          </a:p>
          <a:p>
            <a:pPr eaLnBrk="0" hangingPunct="0"/>
            <a:r>
              <a:rPr lang="en-US" sz="2000" dirty="0">
                <a:latin typeface="Candara" panose="020E0502030303020204" pitchFamily="34" charset="0"/>
              </a:rPr>
              <a:t>Void *</a:t>
            </a:r>
            <a:r>
              <a:rPr lang="en-US" sz="2000" dirty="0" err="1">
                <a:latin typeface="Candara" panose="020E0502030303020204" pitchFamily="34" charset="0"/>
              </a:rPr>
              <a:t>dinning_philosopher</a:t>
            </a:r>
            <a:r>
              <a:rPr lang="en-US" sz="2000" dirty="0">
                <a:latin typeface="Candara" panose="020E0502030303020204" pitchFamily="34" charset="0"/>
              </a:rPr>
              <a:t>(</a:t>
            </a:r>
            <a:r>
              <a:rPr lang="en-US" sz="2000" dirty="0" err="1">
                <a:latin typeface="Candara" panose="020E0502030303020204" pitchFamily="34" charset="0"/>
              </a:rPr>
              <a:t>int</a:t>
            </a:r>
            <a:r>
              <a:rPr lang="en-US" sz="2000" dirty="0">
                <a:latin typeface="Candara" panose="020E0502030303020204" pitchFamily="34" charset="0"/>
              </a:rPr>
              <a:t> </a:t>
            </a:r>
            <a:r>
              <a:rPr lang="en-US" sz="2000" dirty="0" err="1">
                <a:latin typeface="Candara" panose="020E0502030303020204" pitchFamily="34" charset="0"/>
              </a:rPr>
              <a:t>i</a:t>
            </a:r>
            <a:r>
              <a:rPr lang="en-US" sz="2000" dirty="0">
                <a:latin typeface="Candara" panose="020E0502030303020204" pitchFamily="34" charset="0"/>
              </a:rPr>
              <a:t>) {</a:t>
            </a:r>
          </a:p>
          <a:p>
            <a:pPr>
              <a:spcBef>
                <a:spcPct val="75000"/>
              </a:spcBef>
              <a:buClr>
                <a:schemeClr val="folHlink"/>
              </a:buClr>
              <a:buSzPct val="80000"/>
              <a:tabLst>
                <a:tab pos="463550" algn="l"/>
              </a:tabLst>
            </a:pPr>
            <a:r>
              <a:rPr lang="en-US" sz="2000" dirty="0">
                <a:latin typeface="Candara" panose="020E0502030303020204" pitchFamily="34" charset="0"/>
              </a:rPr>
              <a:t>	think();</a:t>
            </a:r>
          </a:p>
          <a:p>
            <a:pPr>
              <a:spcBef>
                <a:spcPct val="75000"/>
              </a:spcBef>
              <a:buClr>
                <a:schemeClr val="folHlink"/>
              </a:buClr>
              <a:buSzPct val="80000"/>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(&amp;chopstick[</a:t>
            </a:r>
            <a:r>
              <a:rPr lang="en-US" sz="2000" dirty="0" err="1">
                <a:latin typeface="Candara" panose="020E0502030303020204" pitchFamily="34" charset="0"/>
              </a:rPr>
              <a:t>i</a:t>
            </a:r>
            <a:r>
              <a:rPr lang="en-US" sz="2000" dirty="0">
                <a:latin typeface="Candara" panose="020E0502030303020204" pitchFamily="34" charset="0"/>
              </a:rPr>
              <a:t>] );</a:t>
            </a:r>
          </a:p>
          <a:p>
            <a:pPr>
              <a:lnSpc>
                <a:spcPct val="90000"/>
              </a:lnSpc>
              <a:spcBef>
                <a:spcPct val="25000"/>
              </a:spcBef>
              <a:buClr>
                <a:srgbClr val="FF9900"/>
              </a:buCl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sem_wait</a:t>
            </a:r>
            <a:r>
              <a:rPr lang="en-US" sz="2000" dirty="0">
                <a:latin typeface="Candara" panose="020E0502030303020204" pitchFamily="34" charset="0"/>
              </a:rPr>
              <a:t>(&amp;chopstick[(</a:t>
            </a:r>
            <a:r>
              <a:rPr lang="en-US" sz="2000" dirty="0" err="1">
                <a:latin typeface="Candara" panose="020E0502030303020204" pitchFamily="34" charset="0"/>
              </a:rPr>
              <a:t>i</a:t>
            </a:r>
            <a:r>
              <a:rPr lang="en-US" sz="2000" dirty="0">
                <a:latin typeface="Candara" panose="020E0502030303020204" pitchFamily="34" charset="0"/>
              </a:rPr>
              <a:t> + 1) % 5] );</a:t>
            </a:r>
          </a:p>
          <a:p>
            <a:pPr>
              <a:lnSpc>
                <a:spcPct val="90000"/>
              </a:lnSpc>
              <a:spcBef>
                <a:spcPct val="25000"/>
              </a:spcBef>
              <a:buClr>
                <a:srgbClr val="FF9900"/>
              </a:buClr>
              <a:tabLst>
                <a:tab pos="463550" algn="l"/>
              </a:tabLst>
            </a:pPr>
            <a:r>
              <a:rPr lang="en-US" sz="2000" dirty="0">
                <a:latin typeface="Candara" panose="020E0502030303020204" pitchFamily="34" charset="0"/>
              </a:rPr>
              <a:t>	eat();</a:t>
            </a:r>
          </a:p>
          <a:p>
            <a:pPr>
              <a:lnSpc>
                <a:spcPct val="90000"/>
              </a:lnSpc>
              <a:spcBef>
                <a:spcPct val="25000"/>
              </a:spcBef>
              <a:buClr>
                <a:srgbClr val="FF9900"/>
              </a:buCl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sem_post</a:t>
            </a:r>
            <a:r>
              <a:rPr lang="en-US" sz="2000" dirty="0">
                <a:latin typeface="Candara" panose="020E0502030303020204" pitchFamily="34" charset="0"/>
              </a:rPr>
              <a:t>(&amp;chopstick[</a:t>
            </a:r>
            <a:r>
              <a:rPr lang="en-US" sz="2000" dirty="0" err="1">
                <a:latin typeface="Candara" panose="020E0502030303020204" pitchFamily="34" charset="0"/>
              </a:rPr>
              <a:t>i</a:t>
            </a:r>
            <a:r>
              <a:rPr lang="en-US" sz="2000" dirty="0">
                <a:latin typeface="Candara" panose="020E0502030303020204" pitchFamily="34" charset="0"/>
              </a:rPr>
              <a:t>] );</a:t>
            </a:r>
          </a:p>
          <a:p>
            <a:pPr>
              <a:lnSpc>
                <a:spcPct val="90000"/>
              </a:lnSpc>
              <a:spcBef>
                <a:spcPct val="25000"/>
              </a:spcBef>
              <a:buClr>
                <a:srgbClr val="FF9900"/>
              </a:buClr>
              <a:tabLst>
                <a:tab pos="463550" algn="l"/>
              </a:tabLst>
            </a:pPr>
            <a:r>
              <a:rPr lang="en-US" sz="2000" dirty="0">
                <a:latin typeface="Candara" panose="020E0502030303020204" pitchFamily="34" charset="0"/>
              </a:rPr>
              <a:t>	</a:t>
            </a:r>
            <a:r>
              <a:rPr lang="en-US" sz="2000" dirty="0" err="1">
                <a:latin typeface="Candara" panose="020E0502030303020204" pitchFamily="34" charset="0"/>
              </a:rPr>
              <a:t>sem_post</a:t>
            </a:r>
            <a:r>
              <a:rPr lang="en-US" sz="2000" dirty="0">
                <a:latin typeface="Candara" panose="020E0502030303020204" pitchFamily="34" charset="0"/>
              </a:rPr>
              <a:t>(&amp;chopstick[(</a:t>
            </a:r>
            <a:r>
              <a:rPr lang="en-US" sz="2000" dirty="0" err="1">
                <a:latin typeface="Candara" panose="020E0502030303020204" pitchFamily="34" charset="0"/>
              </a:rPr>
              <a:t>i</a:t>
            </a:r>
            <a:r>
              <a:rPr lang="en-US" sz="2000" dirty="0">
                <a:latin typeface="Candara" panose="020E0502030303020204" pitchFamily="34" charset="0"/>
              </a:rPr>
              <a:t> + 1) % 5] );</a:t>
            </a:r>
          </a:p>
          <a:p>
            <a:pPr>
              <a:lnSpc>
                <a:spcPct val="90000"/>
              </a:lnSpc>
              <a:spcBef>
                <a:spcPct val="25000"/>
              </a:spcBef>
              <a:buClr>
                <a:srgbClr val="FF9900"/>
              </a:buClr>
              <a:tabLst>
                <a:tab pos="463550" algn="l"/>
              </a:tabLst>
            </a:pPr>
            <a:r>
              <a:rPr lang="en-US" sz="2000" dirty="0">
                <a:latin typeface="Candara" panose="020E0502030303020204" pitchFamily="34" charset="0"/>
              </a:rPr>
              <a:t>	</a:t>
            </a:r>
          </a:p>
          <a:p>
            <a:pPr>
              <a:lnSpc>
                <a:spcPct val="90000"/>
              </a:lnSpc>
              <a:spcBef>
                <a:spcPct val="25000"/>
              </a:spcBef>
              <a:buClr>
                <a:srgbClr val="FF9900"/>
              </a:buClr>
              <a:tabLst>
                <a:tab pos="463550" algn="l"/>
              </a:tabLst>
            </a:pPr>
            <a:r>
              <a:rPr lang="en-US" sz="2000" dirty="0">
                <a:latin typeface="Candara" panose="020E0502030303020204" pitchFamily="34" charset="0"/>
              </a:rPr>
              <a:t>	think();</a:t>
            </a:r>
          </a:p>
          <a:p>
            <a:pPr eaLnBrk="0" hangingPunct="0"/>
            <a:r>
              <a:rPr lang="en-US" sz="2000" dirty="0">
                <a:latin typeface="Candara" panose="020E0502030303020204" pitchFamily="34"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r>
              <a:rPr lang="en-US" dirty="0">
                <a:ea typeface="ＭＳ Ｐゴシック" pitchFamily="34" charset="-128"/>
              </a:rPr>
              <a:t>How to implement semaphores?</a:t>
            </a:r>
          </a:p>
        </p:txBody>
      </p:sp>
      <p:sp>
        <p:nvSpPr>
          <p:cNvPr id="52226" name="Rectangle 3"/>
          <p:cNvSpPr>
            <a:spLocks noGrp="1" noChangeArrowheads="1"/>
          </p:cNvSpPr>
          <p:nvPr>
            <p:ph idx="1"/>
          </p:nvPr>
        </p:nvSpPr>
        <p:spPr/>
        <p:txBody>
          <a:bodyPr/>
          <a:lstStyle/>
          <a:p>
            <a:r>
              <a:rPr lang="en-US" dirty="0">
                <a:ea typeface="ＭＳ Ｐゴシック" pitchFamily="34" charset="-128"/>
              </a:rPr>
              <a:t>Use our low-level synchronization primitives, locks and condition variables, to build semaphores.</a:t>
            </a:r>
          </a:p>
        </p:txBody>
      </p:sp>
      <p:sp>
        <p:nvSpPr>
          <p:cNvPr id="2" name="Slide Number Placeholder 1"/>
          <p:cNvSpPr>
            <a:spLocks noGrp="1"/>
          </p:cNvSpPr>
          <p:nvPr>
            <p:ph type="sldNum" sz="quarter" idx="12"/>
          </p:nvPr>
        </p:nvSpPr>
        <p:spPr/>
        <p:txBody>
          <a:bodyPr/>
          <a:lstStyle/>
          <a:p>
            <a:pPr>
              <a:defRPr/>
            </a:pPr>
            <a:fld id="{3180BF52-1577-4121-93F0-891A1B819983}"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Backup: Monitor</a:t>
            </a:r>
          </a:p>
        </p:txBody>
      </p:sp>
      <p:sp>
        <p:nvSpPr>
          <p:cNvPr id="4" name="Slide Number Placeholder 3"/>
          <p:cNvSpPr>
            <a:spLocks noGrp="1"/>
          </p:cNvSpPr>
          <p:nvPr>
            <p:ph type="sldNum" sz="quarter" idx="12"/>
          </p:nvPr>
        </p:nvSpPr>
        <p:spPr/>
        <p:txBody>
          <a:bodyPr/>
          <a:lstStyle/>
          <a:p>
            <a:pPr>
              <a:defRPr/>
            </a:pPr>
            <a:fld id="{3180BF52-1577-4121-93F0-891A1B819983}" type="slidenum">
              <a:rPr lang="en-US" smtClean="0"/>
              <a:pPr>
                <a:defRPr/>
              </a:pPr>
              <a:t>31</a:t>
            </a:fld>
            <a:endParaRPr lang="en-US" dirty="0"/>
          </a:p>
        </p:txBody>
      </p:sp>
    </p:spTree>
    <p:extLst>
      <p:ext uri="{BB962C8B-B14F-4D97-AF65-F5344CB8AC3E}">
        <p14:creationId xmlns:p14="http://schemas.microsoft.com/office/powerpoint/2010/main" val="4103158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lstStyle/>
          <a:p>
            <a:r>
              <a:rPr lang="en-US" dirty="0"/>
              <a:t>Problems with semaphores</a:t>
            </a:r>
          </a:p>
        </p:txBody>
      </p:sp>
      <p:sp>
        <p:nvSpPr>
          <p:cNvPr id="18434" name="Rectangle 3"/>
          <p:cNvSpPr>
            <a:spLocks noGrp="1" noChangeArrowheads="1"/>
          </p:cNvSpPr>
          <p:nvPr>
            <p:ph idx="1"/>
          </p:nvPr>
        </p:nvSpPr>
        <p:spPr/>
        <p:txBody>
          <a:bodyPr>
            <a:normAutofit/>
          </a:bodyPr>
          <a:lstStyle/>
          <a:p>
            <a:r>
              <a:rPr lang="en-US" dirty="0"/>
              <a:t>Semaphores as the “GOTO”  among the synchronization primitives.</a:t>
            </a:r>
          </a:p>
          <a:p>
            <a:pPr lvl="1"/>
            <a:r>
              <a:rPr lang="en-US" dirty="0"/>
              <a:t>Very powerful, but tricky to use. </a:t>
            </a:r>
          </a:p>
          <a:p>
            <a:pPr lvl="1"/>
            <a:r>
              <a:rPr lang="en-US" dirty="0"/>
              <a:t>Example of incorrect use of semaphore operations:</a:t>
            </a:r>
          </a:p>
          <a:p>
            <a:pPr lvl="2"/>
            <a:r>
              <a:rPr lang="en-US" dirty="0" err="1"/>
              <a:t>sem_post</a:t>
            </a:r>
            <a:r>
              <a:rPr lang="en-US" dirty="0"/>
              <a:t>() … </a:t>
            </a:r>
            <a:r>
              <a:rPr lang="en-US" dirty="0" err="1"/>
              <a:t>sem_wait</a:t>
            </a:r>
            <a:r>
              <a:rPr lang="en-US" dirty="0"/>
              <a:t>()</a:t>
            </a:r>
          </a:p>
          <a:p>
            <a:pPr lvl="2"/>
            <a:r>
              <a:rPr lang="en-US" dirty="0" err="1"/>
              <a:t>sem_wait</a:t>
            </a:r>
            <a:r>
              <a:rPr lang="en-US" dirty="0"/>
              <a:t>() … </a:t>
            </a:r>
            <a:r>
              <a:rPr lang="en-US" dirty="0" err="1"/>
              <a:t>sem_wait</a:t>
            </a:r>
            <a:r>
              <a:rPr lang="en-US" dirty="0"/>
              <a:t>()</a:t>
            </a:r>
          </a:p>
          <a:p>
            <a:pPr lvl="2"/>
            <a:r>
              <a:rPr lang="en-US" dirty="0"/>
              <a:t>Omitting of </a:t>
            </a:r>
            <a:r>
              <a:rPr lang="en-US" dirty="0" err="1"/>
              <a:t>sem_wait</a:t>
            </a:r>
            <a:r>
              <a:rPr lang="en-US" dirty="0"/>
              <a:t>(), or </a:t>
            </a:r>
            <a:r>
              <a:rPr lang="en-US" dirty="0" err="1"/>
              <a:t>sem_post</a:t>
            </a:r>
            <a:r>
              <a:rPr lang="en-US" dirty="0"/>
              <a:t>(), or both.</a:t>
            </a:r>
          </a:p>
          <a:p>
            <a:r>
              <a:rPr lang="en-US" dirty="0"/>
              <a:t>Need higher-abstraction primitives, for example:</a:t>
            </a:r>
          </a:p>
          <a:p>
            <a:pPr lvl="1"/>
            <a:r>
              <a:rPr lang="en-US" dirty="0"/>
              <a:t>Monitors</a:t>
            </a:r>
          </a:p>
        </p:txBody>
      </p:sp>
      <p:sp>
        <p:nvSpPr>
          <p:cNvPr id="2" name="Slide Number Placeholder 1"/>
          <p:cNvSpPr>
            <a:spLocks noGrp="1"/>
          </p:cNvSpPr>
          <p:nvPr>
            <p:ph type="sldNum" sz="quarter" idx="12"/>
          </p:nvPr>
        </p:nvSpPr>
        <p:spPr/>
        <p:txBody>
          <a:bodyPr/>
          <a:lstStyle/>
          <a:p>
            <a:fld id="{3180BF52-1577-4121-93F0-891A1B819983}" type="slidenum">
              <a:rPr lang="en-US" smtClean="0"/>
              <a:pPr/>
              <a:t>32</a:t>
            </a:fld>
            <a:endParaRPr lang="en-US" dirty="0"/>
          </a:p>
        </p:txBody>
      </p:sp>
    </p:spTree>
    <p:extLst>
      <p:ext uri="{BB962C8B-B14F-4D97-AF65-F5344CB8AC3E}">
        <p14:creationId xmlns:p14="http://schemas.microsoft.com/office/powerpoint/2010/main" val="3219201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09600" y="152400"/>
            <a:ext cx="10972800" cy="838200"/>
          </a:xfrm>
        </p:spPr>
        <p:txBody>
          <a:bodyPr>
            <a:normAutofit/>
          </a:bodyPr>
          <a:lstStyle/>
          <a:p>
            <a:r>
              <a:rPr lang="en-US" dirty="0"/>
              <a:t>Monitors (Hoare/</a:t>
            </a:r>
            <a:r>
              <a:rPr lang="en-US" dirty="0" err="1"/>
              <a:t>Brinch</a:t>
            </a:r>
            <a:r>
              <a:rPr lang="en-US" dirty="0"/>
              <a:t> Hansen, 1973)</a:t>
            </a:r>
          </a:p>
        </p:txBody>
      </p:sp>
      <p:sp>
        <p:nvSpPr>
          <p:cNvPr id="20483" name="Rectangle 3"/>
          <p:cNvSpPr>
            <a:spLocks noGrp="1" noChangeArrowheads="1"/>
          </p:cNvSpPr>
          <p:nvPr>
            <p:ph sz="half" idx="1"/>
          </p:nvPr>
        </p:nvSpPr>
        <p:spPr>
          <a:xfrm>
            <a:off x="609600" y="1295400"/>
            <a:ext cx="5384800" cy="5504688"/>
          </a:xfrm>
        </p:spPr>
        <p:txBody>
          <a:bodyPr>
            <a:normAutofit fontScale="92500" lnSpcReduction="10000"/>
          </a:bodyPr>
          <a:lstStyle/>
          <a:p>
            <a:r>
              <a:rPr lang="en-US" dirty="0"/>
              <a:t>An abstract data type</a:t>
            </a:r>
          </a:p>
          <a:p>
            <a:pPr lvl="1"/>
            <a:r>
              <a:rPr lang="en-US" dirty="0"/>
              <a:t>private shared variable</a:t>
            </a:r>
          </a:p>
          <a:p>
            <a:pPr lvl="1"/>
            <a:r>
              <a:rPr lang="en-US" dirty="0"/>
              <a:t>public procedures</a:t>
            </a:r>
          </a:p>
          <a:p>
            <a:r>
              <a:rPr lang="en-US" dirty="0"/>
              <a:t>To provide a safe and effective sharing of abstract data types among several processes.</a:t>
            </a:r>
          </a:p>
          <a:p>
            <a:pPr lvl="1"/>
            <a:r>
              <a:rPr lang="en-US" dirty="0"/>
              <a:t>Private shared variable accessible only through monitor’s public procedures.</a:t>
            </a:r>
          </a:p>
          <a:p>
            <a:pPr lvl="1"/>
            <a:r>
              <a:rPr lang="en-US" dirty="0"/>
              <a:t>Thread can enter monitor only by invoking monitor procedure.</a:t>
            </a:r>
          </a:p>
          <a:p>
            <a:r>
              <a:rPr lang="en-US" dirty="0"/>
              <a:t>Only one thread can be active in monitor.</a:t>
            </a:r>
          </a:p>
          <a:p>
            <a:pPr lvl="1"/>
            <a:r>
              <a:rPr lang="en-US" dirty="0"/>
              <a:t>Mutual exclusion.</a:t>
            </a:r>
          </a:p>
        </p:txBody>
      </p:sp>
      <p:sp>
        <p:nvSpPr>
          <p:cNvPr id="2" name="Slide Number Placeholder 1"/>
          <p:cNvSpPr>
            <a:spLocks noGrp="1"/>
          </p:cNvSpPr>
          <p:nvPr>
            <p:ph type="sldNum" sz="quarter" idx="12"/>
          </p:nvPr>
        </p:nvSpPr>
        <p:spPr>
          <a:xfrm>
            <a:off x="10939195" y="6583680"/>
            <a:ext cx="978485" cy="274320"/>
          </a:xfrm>
        </p:spPr>
        <p:txBody>
          <a:bodyPr/>
          <a:lstStyle/>
          <a:p>
            <a:fld id="{06284657-073D-48B6-8F41-07C8CA12128D}" type="slidenum">
              <a:rPr lang="en-US" smtClean="0"/>
              <a:pPr/>
              <a:t>33</a:t>
            </a:fld>
            <a:endParaRPr lang="en-US" dirty="0"/>
          </a:p>
        </p:txBody>
      </p:sp>
      <p:sp>
        <p:nvSpPr>
          <p:cNvPr id="7" name="Rectangle 6"/>
          <p:cNvSpPr>
            <a:spLocks noChangeArrowheads="1"/>
          </p:cNvSpPr>
          <p:nvPr/>
        </p:nvSpPr>
        <p:spPr bwMode="auto">
          <a:xfrm>
            <a:off x="6477000" y="1447800"/>
            <a:ext cx="3962400" cy="51054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anchor="t" anchorCtr="0"/>
          <a:lstStyle/>
          <a:p>
            <a:pPr>
              <a:lnSpc>
                <a:spcPct val="90000"/>
              </a:lnSpc>
              <a:spcBef>
                <a:spcPct val="25000"/>
              </a:spcBef>
              <a:buClr>
                <a:srgbClr val="FF9900"/>
              </a:buClr>
              <a:tabLst>
                <a:tab pos="463550" algn="l"/>
              </a:tabLst>
              <a:defRPr/>
            </a:pPr>
            <a:r>
              <a:rPr lang="en-US" sz="2000" dirty="0">
                <a:latin typeface="Candara" panose="020E0502030303020204" pitchFamily="34" charset="0"/>
              </a:rPr>
              <a:t>monitor class monitor-name {</a:t>
            </a:r>
          </a:p>
          <a:p>
            <a:pPr>
              <a:lnSpc>
                <a:spcPct val="90000"/>
              </a:lnSpc>
              <a:spcBef>
                <a:spcPct val="25000"/>
              </a:spcBef>
              <a:buClr>
                <a:srgbClr val="FF9900"/>
              </a:buClr>
              <a:tabLst>
                <a:tab pos="463550" algn="l"/>
              </a:tabLst>
              <a:defRPr/>
            </a:pPr>
            <a:r>
              <a:rPr lang="en-US" sz="2000" dirty="0">
                <a:latin typeface="Candara" panose="020E0502030303020204" pitchFamily="34" charset="0"/>
              </a:rPr>
              <a:t>	// private shared variable</a:t>
            </a:r>
            <a:br>
              <a:rPr lang="en-US" sz="2000" dirty="0">
                <a:latin typeface="Candara" panose="020E0502030303020204" pitchFamily="34" charset="0"/>
              </a:rPr>
            </a:br>
            <a:r>
              <a:rPr lang="en-US" sz="2000" dirty="0">
                <a:latin typeface="Candara" panose="020E0502030303020204" pitchFamily="34" charset="0"/>
              </a:rPr>
              <a:t>	…</a:t>
            </a:r>
          </a:p>
          <a:p>
            <a:pPr>
              <a:lnSpc>
                <a:spcPct val="90000"/>
              </a:lnSpc>
              <a:spcBef>
                <a:spcPct val="25000"/>
              </a:spcBef>
              <a:buClr>
                <a:srgbClr val="FF9900"/>
              </a:buClr>
              <a:tabLst>
                <a:tab pos="463550" algn="l"/>
              </a:tabLst>
              <a:defRPr/>
            </a:pPr>
            <a:r>
              <a:rPr lang="en-US" sz="2000" dirty="0">
                <a:latin typeface="Candara" panose="020E0502030303020204" pitchFamily="34" charset="0"/>
              </a:rPr>
              <a:t>	</a:t>
            </a:r>
          </a:p>
          <a:p>
            <a:pPr>
              <a:lnSpc>
                <a:spcPct val="90000"/>
              </a:lnSpc>
              <a:spcBef>
                <a:spcPct val="25000"/>
              </a:spcBef>
              <a:buClr>
                <a:srgbClr val="FF9900"/>
              </a:buClr>
              <a:tabLst>
                <a:tab pos="463550" algn="l"/>
              </a:tabLst>
              <a:defRPr/>
            </a:pPr>
            <a:r>
              <a:rPr lang="en-US" sz="2000" dirty="0">
                <a:latin typeface="Candara" panose="020E0502030303020204" pitchFamily="34" charset="0"/>
              </a:rPr>
              <a:t>	procedure P</a:t>
            </a:r>
            <a:r>
              <a:rPr lang="en-US" sz="2000" baseline="-25000" dirty="0">
                <a:latin typeface="Candara" panose="020E0502030303020204" pitchFamily="34" charset="0"/>
              </a:rPr>
              <a:t>1</a:t>
            </a:r>
            <a:r>
              <a:rPr lang="en-US" sz="2000" dirty="0">
                <a:latin typeface="Candara" panose="020E0502030303020204" pitchFamily="34" charset="0"/>
              </a:rPr>
              <a:t>(…) {</a:t>
            </a:r>
            <a:br>
              <a:rPr lang="en-US" sz="2000" dirty="0">
                <a:latin typeface="Candara" panose="020E0502030303020204" pitchFamily="34" charset="0"/>
              </a:rPr>
            </a:br>
            <a:r>
              <a:rPr lang="en-US" sz="2000" dirty="0">
                <a:latin typeface="Candara" panose="020E0502030303020204" pitchFamily="34" charset="0"/>
              </a:rPr>
              <a:t>		…</a:t>
            </a:r>
            <a:br>
              <a:rPr lang="en-US" sz="2000" dirty="0">
                <a:latin typeface="Candara" panose="020E0502030303020204" pitchFamily="34" charset="0"/>
              </a:rPr>
            </a:br>
            <a:r>
              <a:rPr lang="en-US" sz="2000" dirty="0">
                <a:latin typeface="Candara" panose="020E0502030303020204" pitchFamily="34" charset="0"/>
              </a:rPr>
              <a:t>		…	</a:t>
            </a:r>
            <a:br>
              <a:rPr lang="en-US" sz="2000" dirty="0">
                <a:latin typeface="Candara" panose="020E0502030303020204" pitchFamily="34" charset="0"/>
              </a:rPr>
            </a:br>
            <a:r>
              <a:rPr lang="en-US" sz="2000" dirty="0">
                <a:latin typeface="Candara" panose="020E0502030303020204" pitchFamily="34" charset="0"/>
              </a:rPr>
              <a:t> 	}</a:t>
            </a:r>
          </a:p>
          <a:p>
            <a:pPr>
              <a:lnSpc>
                <a:spcPct val="90000"/>
              </a:lnSpc>
              <a:spcBef>
                <a:spcPct val="25000"/>
              </a:spcBef>
              <a:buClr>
                <a:srgbClr val="FF9900"/>
              </a:buClr>
              <a:tabLst>
                <a:tab pos="463550" algn="l"/>
              </a:tabLst>
              <a:defRPr/>
            </a:pPr>
            <a:r>
              <a:rPr lang="en-US" sz="2000" dirty="0">
                <a:latin typeface="Candara" panose="020E0502030303020204" pitchFamily="34" charset="0"/>
              </a:rPr>
              <a:t>		…</a:t>
            </a:r>
          </a:p>
          <a:p>
            <a:pPr>
              <a:lnSpc>
                <a:spcPct val="90000"/>
              </a:lnSpc>
              <a:spcBef>
                <a:spcPct val="25000"/>
              </a:spcBef>
              <a:buClr>
                <a:srgbClr val="FF9900"/>
              </a:buClr>
              <a:tabLst>
                <a:tab pos="463550" algn="l"/>
              </a:tabLst>
              <a:defRPr/>
            </a:pPr>
            <a:r>
              <a:rPr lang="en-US" sz="2000" dirty="0">
                <a:latin typeface="Candara" panose="020E0502030303020204" pitchFamily="34" charset="0"/>
              </a:rPr>
              <a:t>	procedure </a:t>
            </a:r>
            <a:r>
              <a:rPr lang="en-US" sz="2000" dirty="0" err="1">
                <a:latin typeface="Candara" panose="020E0502030303020204" pitchFamily="34" charset="0"/>
              </a:rPr>
              <a:t>P</a:t>
            </a:r>
            <a:r>
              <a:rPr lang="en-US" sz="2000" baseline="-25000" dirty="0" err="1">
                <a:latin typeface="Candara" panose="020E0502030303020204" pitchFamily="34" charset="0"/>
              </a:rPr>
              <a:t>n</a:t>
            </a:r>
            <a:r>
              <a:rPr lang="en-US" sz="2000" dirty="0">
                <a:latin typeface="Candara" panose="020E0502030303020204" pitchFamily="34" charset="0"/>
              </a:rPr>
              <a:t>(…) {</a:t>
            </a:r>
            <a:br>
              <a:rPr lang="en-US" sz="2000" dirty="0">
                <a:latin typeface="Candara" panose="020E0502030303020204" pitchFamily="34" charset="0"/>
              </a:rPr>
            </a:br>
            <a:r>
              <a:rPr lang="en-US" sz="2000" dirty="0">
                <a:latin typeface="Candara" panose="020E0502030303020204" pitchFamily="34" charset="0"/>
              </a:rPr>
              <a:t>		 …</a:t>
            </a:r>
            <a:br>
              <a:rPr lang="en-US" sz="2000" dirty="0">
                <a:latin typeface="Candara" panose="020E0502030303020204" pitchFamily="34" charset="0"/>
              </a:rPr>
            </a:br>
            <a:r>
              <a:rPr lang="en-US" sz="2000" dirty="0">
                <a:latin typeface="Candara" panose="020E0502030303020204" pitchFamily="34" charset="0"/>
              </a:rPr>
              <a:t>		 … 	</a:t>
            </a:r>
            <a:br>
              <a:rPr lang="en-US" sz="2000" dirty="0">
                <a:latin typeface="Candara" panose="020E0502030303020204" pitchFamily="34" charset="0"/>
              </a:rPr>
            </a:br>
            <a:r>
              <a:rPr lang="en-US" sz="2000" dirty="0">
                <a:latin typeface="Candara" panose="020E0502030303020204" pitchFamily="34" charset="0"/>
              </a:rPr>
              <a:t> 	}</a:t>
            </a:r>
            <a:br>
              <a:rPr lang="en-US" sz="2000" dirty="0">
                <a:latin typeface="Candara" panose="020E0502030303020204" pitchFamily="34" charset="0"/>
              </a:rPr>
            </a:br>
            <a:endParaRPr lang="en-US" sz="2000" dirty="0">
              <a:latin typeface="Candara" panose="020E0502030303020204" pitchFamily="34" charset="0"/>
            </a:endParaRPr>
          </a:p>
          <a:p>
            <a:pPr>
              <a:lnSpc>
                <a:spcPct val="90000"/>
              </a:lnSpc>
              <a:spcBef>
                <a:spcPct val="25000"/>
              </a:spcBef>
              <a:buClr>
                <a:srgbClr val="FF9900"/>
              </a:buClr>
              <a:tabLst>
                <a:tab pos="463550" algn="l"/>
              </a:tabLst>
              <a:defRPr/>
            </a:pPr>
            <a:r>
              <a:rPr lang="en-US" sz="2000" dirty="0">
                <a:latin typeface="Candara" panose="020E0502030303020204" pitchFamily="34" charset="0"/>
              </a:rPr>
              <a:t>	</a:t>
            </a:r>
            <a:r>
              <a:rPr lang="en-US" sz="2000" dirty="0" err="1">
                <a:latin typeface="Candara" panose="020E0502030303020204" pitchFamily="34" charset="0"/>
              </a:rPr>
              <a:t>initialization_code</a:t>
            </a:r>
            <a:r>
              <a:rPr lang="en-US" sz="2000" dirty="0">
                <a:latin typeface="Candara" panose="020E0502030303020204" pitchFamily="34" charset="0"/>
              </a:rPr>
              <a:t> ( ….) { … }</a:t>
            </a:r>
          </a:p>
          <a:p>
            <a:pPr>
              <a:lnSpc>
                <a:spcPct val="90000"/>
              </a:lnSpc>
              <a:spcBef>
                <a:spcPct val="25000"/>
              </a:spcBef>
              <a:buClr>
                <a:srgbClr val="FF9900"/>
              </a:buClr>
              <a:tabLst>
                <a:tab pos="463550" algn="l"/>
              </a:tabLst>
              <a:defRPr/>
            </a:pPr>
            <a:r>
              <a:rPr lang="en-US" sz="2000" dirty="0">
                <a:latin typeface="Candara" panose="020E0502030303020204" pitchFamily="34" charset="0"/>
              </a:rPr>
              <a:t>}</a:t>
            </a:r>
          </a:p>
        </p:txBody>
      </p:sp>
    </p:spTree>
    <p:extLst>
      <p:ext uri="{BB962C8B-B14F-4D97-AF65-F5344CB8AC3E}">
        <p14:creationId xmlns:p14="http://schemas.microsoft.com/office/powerpoint/2010/main" val="70298354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dirty="0"/>
              <a:t>Additional synchronization through conditions </a:t>
            </a:r>
          </a:p>
        </p:txBody>
      </p:sp>
      <p:sp>
        <p:nvSpPr>
          <p:cNvPr id="24579" name="Rectangle 3"/>
          <p:cNvSpPr>
            <a:spLocks noGrp="1" noChangeArrowheads="1"/>
          </p:cNvSpPr>
          <p:nvPr>
            <p:ph sz="half" idx="1"/>
          </p:nvPr>
        </p:nvSpPr>
        <p:spPr/>
        <p:txBody>
          <a:bodyPr>
            <a:normAutofit/>
          </a:bodyPr>
          <a:lstStyle/>
          <a:p>
            <a:r>
              <a:rPr lang="en-US" dirty="0"/>
              <a:t>condition variable x</a:t>
            </a:r>
          </a:p>
          <a:p>
            <a:r>
              <a:rPr lang="en-US" dirty="0"/>
              <a:t>wait(x): </a:t>
            </a:r>
          </a:p>
          <a:p>
            <a:pPr lvl="1"/>
            <a:r>
              <a:rPr lang="en-US" dirty="0"/>
              <a:t>Suspend execution of calling thread and enqueue it on a certain condition.</a:t>
            </a:r>
          </a:p>
          <a:p>
            <a:pPr lvl="1"/>
            <a:r>
              <a:rPr lang="en-US" dirty="0"/>
              <a:t>The monitor now is available for other threads.</a:t>
            </a:r>
          </a:p>
          <a:p>
            <a:r>
              <a:rPr lang="en-US" dirty="0"/>
              <a:t>signal(x): </a:t>
            </a:r>
          </a:p>
          <a:p>
            <a:pPr lvl="1"/>
            <a:r>
              <a:rPr lang="en-US" dirty="0"/>
              <a:t>Resume a thread enqueued on x.</a:t>
            </a:r>
          </a:p>
          <a:p>
            <a:pPr lvl="1"/>
            <a:r>
              <a:rPr lang="en-US" dirty="0"/>
              <a:t>If none is enqueued, do nothing.</a:t>
            </a:r>
          </a:p>
        </p:txBody>
      </p:sp>
      <p:sp>
        <p:nvSpPr>
          <p:cNvPr id="2" name="Slide Number Placeholder 1"/>
          <p:cNvSpPr>
            <a:spLocks noGrp="1"/>
          </p:cNvSpPr>
          <p:nvPr>
            <p:ph type="sldNum" sz="quarter" idx="12"/>
          </p:nvPr>
        </p:nvSpPr>
        <p:spPr/>
        <p:txBody>
          <a:bodyPr/>
          <a:lstStyle/>
          <a:p>
            <a:fld id="{06284657-073D-48B6-8F41-07C8CA12128D}" type="slidenum">
              <a:rPr lang="en-US" smtClean="0"/>
              <a:pPr/>
              <a:t>34</a:t>
            </a:fld>
            <a:endParaRPr lang="en-US" dirty="0"/>
          </a:p>
        </p:txBody>
      </p:sp>
      <p:sp>
        <p:nvSpPr>
          <p:cNvPr id="7" name="Rectangle 6"/>
          <p:cNvSpPr>
            <a:spLocks noChangeArrowheads="1"/>
          </p:cNvSpPr>
          <p:nvPr/>
        </p:nvSpPr>
        <p:spPr bwMode="auto">
          <a:xfrm>
            <a:off x="6400800" y="1447800"/>
            <a:ext cx="3962400" cy="5334000"/>
          </a:xfrm>
          <a:prstGeom prst="rect">
            <a:avLst/>
          </a:prstGeom>
          <a:solidFill>
            <a:schemeClr val="bg1"/>
          </a:solidFill>
          <a:ln w="12700">
            <a:solidFill>
              <a:schemeClr val="tx1"/>
            </a:solidFill>
            <a:miter lim="800000"/>
            <a:headEnd/>
            <a:tailEnd/>
          </a:ln>
          <a:effectLst>
            <a:outerShdw blurRad="63500" dist="107763" dir="2700000" algn="ctr" rotWithShape="0">
              <a:srgbClr val="B2B2B2">
                <a:alpha val="74998"/>
              </a:srgbClr>
            </a:outerShdw>
          </a:effectLst>
        </p:spPr>
        <p:txBody>
          <a:bodyPr wrap="none" anchor="t" anchorCtr="0"/>
          <a:lstStyle/>
          <a:p>
            <a:pPr>
              <a:lnSpc>
                <a:spcPct val="90000"/>
              </a:lnSpc>
              <a:spcBef>
                <a:spcPct val="25000"/>
              </a:spcBef>
              <a:buClr>
                <a:srgbClr val="FF9900"/>
              </a:buClr>
              <a:tabLst>
                <a:tab pos="463550" algn="l"/>
              </a:tabLst>
              <a:defRPr/>
            </a:pPr>
            <a:r>
              <a:rPr lang="en-US" dirty="0">
                <a:latin typeface="Candara" panose="020E0502030303020204" pitchFamily="34" charset="0"/>
              </a:rPr>
              <a:t>monitor class monitor-name {</a:t>
            </a:r>
          </a:p>
          <a:p>
            <a:pPr>
              <a:lnSpc>
                <a:spcPct val="90000"/>
              </a:lnSpc>
              <a:spcBef>
                <a:spcPct val="25000"/>
              </a:spcBef>
              <a:buClr>
                <a:srgbClr val="FF9900"/>
              </a:buClr>
              <a:tabLst>
                <a:tab pos="463550" algn="l"/>
              </a:tabLst>
              <a:defRPr/>
            </a:pPr>
            <a:r>
              <a:rPr lang="en-US" dirty="0">
                <a:latin typeface="Candara" panose="020E0502030303020204" pitchFamily="34" charset="0"/>
              </a:rPr>
              <a:t>	// private shared variable </a:t>
            </a:r>
            <a:br>
              <a:rPr lang="en-US" dirty="0">
                <a:latin typeface="Candara" panose="020E0502030303020204" pitchFamily="34" charset="0"/>
              </a:rPr>
            </a:br>
            <a:r>
              <a:rPr lang="en-US" dirty="0">
                <a:latin typeface="Candara" panose="020E0502030303020204" pitchFamily="34" charset="0"/>
              </a:rPr>
              <a:t>	…</a:t>
            </a:r>
          </a:p>
          <a:p>
            <a:pPr>
              <a:lnSpc>
                <a:spcPct val="90000"/>
              </a:lnSpc>
              <a:spcBef>
                <a:spcPct val="25000"/>
              </a:spcBef>
              <a:buClr>
                <a:srgbClr val="FF9900"/>
              </a:buClr>
              <a:tabLst>
                <a:tab pos="463550" algn="l"/>
              </a:tabLst>
              <a:defRPr/>
            </a:pPr>
            <a:r>
              <a:rPr lang="en-US" dirty="0">
                <a:latin typeface="Candara" panose="020E0502030303020204" pitchFamily="34" charset="0"/>
              </a:rPr>
              <a:t>	</a:t>
            </a:r>
            <a:r>
              <a:rPr lang="en-US" dirty="0" err="1">
                <a:latin typeface="Candara" panose="020E0502030303020204" pitchFamily="34" charset="0"/>
              </a:rPr>
              <a:t>cond_t</a:t>
            </a:r>
            <a:r>
              <a:rPr lang="en-US" dirty="0">
                <a:latin typeface="Candara" panose="020E0502030303020204" pitchFamily="34" charset="0"/>
              </a:rPr>
              <a:t> x, y;</a:t>
            </a:r>
            <a:br>
              <a:rPr lang="en-US" dirty="0">
                <a:latin typeface="Candara" panose="020E0502030303020204" pitchFamily="34" charset="0"/>
              </a:rPr>
            </a:br>
            <a:endParaRPr lang="en-US" dirty="0">
              <a:latin typeface="Candara" panose="020E0502030303020204" pitchFamily="34" charset="0"/>
            </a:endParaRPr>
          </a:p>
          <a:p>
            <a:pPr>
              <a:lnSpc>
                <a:spcPct val="90000"/>
              </a:lnSpc>
              <a:spcBef>
                <a:spcPct val="25000"/>
              </a:spcBef>
              <a:buClr>
                <a:srgbClr val="FF9900"/>
              </a:buClr>
              <a:tabLst>
                <a:tab pos="463550" algn="l"/>
              </a:tabLst>
              <a:defRPr/>
            </a:pPr>
            <a:r>
              <a:rPr lang="en-US" dirty="0">
                <a:latin typeface="Candara" panose="020E0502030303020204" pitchFamily="34" charset="0"/>
              </a:rPr>
              <a:t>	procedure P</a:t>
            </a:r>
            <a:r>
              <a:rPr lang="en-US" baseline="-25000" dirty="0">
                <a:latin typeface="Candara" panose="020E0502030303020204" pitchFamily="34" charset="0"/>
              </a:rPr>
              <a:t>1</a:t>
            </a:r>
            <a:r>
              <a:rPr lang="en-US" dirty="0">
                <a:latin typeface="Candara" panose="020E0502030303020204" pitchFamily="34" charset="0"/>
              </a:rPr>
              <a:t>(…) {</a:t>
            </a:r>
            <a:br>
              <a:rPr lang="en-US" dirty="0">
                <a:latin typeface="Candara" panose="020E0502030303020204" pitchFamily="34" charset="0"/>
              </a:rPr>
            </a:br>
            <a:r>
              <a:rPr lang="en-US" dirty="0">
                <a:latin typeface="Candara" panose="020E0502030303020204" pitchFamily="34" charset="0"/>
              </a:rPr>
              <a:t>		…</a:t>
            </a:r>
            <a:br>
              <a:rPr lang="en-US" dirty="0">
                <a:latin typeface="Candara" panose="020E0502030303020204" pitchFamily="34" charset="0"/>
              </a:rPr>
            </a:br>
            <a:r>
              <a:rPr lang="en-US" dirty="0">
                <a:latin typeface="Candara" panose="020E0502030303020204" pitchFamily="34" charset="0"/>
              </a:rPr>
              <a:t>		wait(x);		…	</a:t>
            </a:r>
            <a:br>
              <a:rPr lang="en-US" dirty="0">
                <a:latin typeface="Candara" panose="020E0502030303020204" pitchFamily="34" charset="0"/>
              </a:rPr>
            </a:br>
            <a:r>
              <a:rPr lang="en-US" dirty="0">
                <a:latin typeface="Candara" panose="020E0502030303020204" pitchFamily="34" charset="0"/>
              </a:rPr>
              <a:t> 	}</a:t>
            </a:r>
          </a:p>
          <a:p>
            <a:pPr>
              <a:lnSpc>
                <a:spcPct val="90000"/>
              </a:lnSpc>
              <a:spcBef>
                <a:spcPct val="25000"/>
              </a:spcBef>
              <a:buClr>
                <a:srgbClr val="FF9900"/>
              </a:buClr>
              <a:tabLst>
                <a:tab pos="463550" algn="l"/>
              </a:tabLst>
              <a:defRPr/>
            </a:pPr>
            <a:r>
              <a:rPr lang="en-US" dirty="0">
                <a:latin typeface="Candara" panose="020E0502030303020204" pitchFamily="34" charset="0"/>
              </a:rPr>
              <a:t>		…</a:t>
            </a:r>
          </a:p>
          <a:p>
            <a:pPr>
              <a:lnSpc>
                <a:spcPct val="90000"/>
              </a:lnSpc>
              <a:spcBef>
                <a:spcPct val="25000"/>
              </a:spcBef>
              <a:buClr>
                <a:srgbClr val="FF9900"/>
              </a:buClr>
              <a:tabLst>
                <a:tab pos="463550" algn="l"/>
              </a:tabLst>
              <a:defRPr/>
            </a:pPr>
            <a:r>
              <a:rPr lang="en-US" dirty="0">
                <a:latin typeface="Candara" panose="020E0502030303020204" pitchFamily="34" charset="0"/>
              </a:rPr>
              <a:t>	procedure </a:t>
            </a:r>
            <a:r>
              <a:rPr lang="en-US" dirty="0" err="1">
                <a:latin typeface="Candara" panose="020E0502030303020204" pitchFamily="34" charset="0"/>
              </a:rPr>
              <a:t>P</a:t>
            </a:r>
            <a:r>
              <a:rPr lang="en-US" baseline="-25000" dirty="0" err="1">
                <a:latin typeface="Candara" panose="020E0502030303020204" pitchFamily="34" charset="0"/>
              </a:rPr>
              <a:t>n</a:t>
            </a:r>
            <a:r>
              <a:rPr lang="en-US" dirty="0">
                <a:latin typeface="Candara" panose="020E0502030303020204" pitchFamily="34" charset="0"/>
              </a:rPr>
              <a:t>(…) {</a:t>
            </a:r>
            <a:br>
              <a:rPr lang="en-US" dirty="0">
                <a:latin typeface="Candara" panose="020E0502030303020204" pitchFamily="34" charset="0"/>
              </a:rPr>
            </a:br>
            <a:r>
              <a:rPr lang="en-US" dirty="0">
                <a:latin typeface="Candara" panose="020E0502030303020204" pitchFamily="34" charset="0"/>
              </a:rPr>
              <a:t>		…</a:t>
            </a:r>
            <a:br>
              <a:rPr lang="en-US" dirty="0">
                <a:latin typeface="Candara" panose="020E0502030303020204" pitchFamily="34" charset="0"/>
              </a:rPr>
            </a:br>
            <a:r>
              <a:rPr lang="en-US" dirty="0">
                <a:latin typeface="Candara" panose="020E0502030303020204" pitchFamily="34" charset="0"/>
              </a:rPr>
              <a:t>		signal(x);</a:t>
            </a:r>
            <a:br>
              <a:rPr lang="en-US" dirty="0">
                <a:latin typeface="Candara" panose="020E0502030303020204" pitchFamily="34" charset="0"/>
              </a:rPr>
            </a:br>
            <a:r>
              <a:rPr lang="en-US" dirty="0">
                <a:latin typeface="Candara" panose="020E0502030303020204" pitchFamily="34" charset="0"/>
              </a:rPr>
              <a:t>		…	</a:t>
            </a:r>
            <a:br>
              <a:rPr lang="en-US" dirty="0">
                <a:latin typeface="Candara" panose="020E0502030303020204" pitchFamily="34" charset="0"/>
              </a:rPr>
            </a:br>
            <a:r>
              <a:rPr lang="en-US" dirty="0">
                <a:latin typeface="Candara" panose="020E0502030303020204" pitchFamily="34" charset="0"/>
              </a:rPr>
              <a:t> 	}</a:t>
            </a:r>
            <a:br>
              <a:rPr lang="en-US" dirty="0">
                <a:latin typeface="Candara" panose="020E0502030303020204" pitchFamily="34" charset="0"/>
              </a:rPr>
            </a:br>
            <a:endParaRPr lang="en-US" dirty="0">
              <a:latin typeface="Candara" panose="020E0502030303020204" pitchFamily="34" charset="0"/>
            </a:endParaRPr>
          </a:p>
          <a:p>
            <a:pPr>
              <a:lnSpc>
                <a:spcPct val="90000"/>
              </a:lnSpc>
              <a:spcBef>
                <a:spcPct val="25000"/>
              </a:spcBef>
              <a:buClr>
                <a:srgbClr val="FF9900"/>
              </a:buClr>
              <a:tabLst>
                <a:tab pos="463550" algn="l"/>
              </a:tabLst>
              <a:defRPr/>
            </a:pPr>
            <a:r>
              <a:rPr lang="en-US" dirty="0">
                <a:latin typeface="Candara" panose="020E0502030303020204" pitchFamily="34" charset="0"/>
              </a:rPr>
              <a:t>	</a:t>
            </a:r>
            <a:r>
              <a:rPr lang="en-US" dirty="0" err="1">
                <a:latin typeface="Candara" panose="020E0502030303020204" pitchFamily="34" charset="0"/>
              </a:rPr>
              <a:t>initialization_code</a:t>
            </a:r>
            <a:r>
              <a:rPr lang="en-US" dirty="0">
                <a:latin typeface="Candara" panose="020E0502030303020204" pitchFamily="34" charset="0"/>
              </a:rPr>
              <a:t>( ….) { … }</a:t>
            </a:r>
          </a:p>
          <a:p>
            <a:pPr>
              <a:lnSpc>
                <a:spcPct val="90000"/>
              </a:lnSpc>
              <a:spcBef>
                <a:spcPct val="25000"/>
              </a:spcBef>
              <a:buClr>
                <a:srgbClr val="FF9900"/>
              </a:buClr>
              <a:tabLst>
                <a:tab pos="463550" algn="l"/>
              </a:tabLst>
              <a:defRPr/>
            </a:pPr>
            <a:r>
              <a:rPr lang="en-US" dirty="0">
                <a:latin typeface="Candara" panose="020E0502030303020204" pitchFamily="34" charset="0"/>
              </a:rPr>
              <a:t>}</a:t>
            </a:r>
          </a:p>
        </p:txBody>
      </p:sp>
    </p:spTree>
    <p:extLst>
      <p:ext uri="{BB962C8B-B14F-4D97-AF65-F5344CB8AC3E}">
        <p14:creationId xmlns:p14="http://schemas.microsoft.com/office/powerpoint/2010/main" val="412001900"/>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bodyPr vert="horz" lIns="91440" tIns="0" rIns="45720" bIns="0" rtlCol="0" anchor="t">
        <a:normAutofit/>
        <a:scene3d>
          <a:camera prst="orthographicFront"/>
          <a:lightRig rig="threePt" dir="t">
            <a:rot lat="0" lon="0" rev="4800000"/>
          </a:lightRig>
        </a:scene3d>
        <a:sp3d prstMaterial="matte">
          <a:bevelT w="50800" h="10160"/>
        </a:sp3d>
      </a:bodyPr>
      <a:lstStyle>
        <a:defPPr algn="ctr">
          <a:defRPr sz="3200" dirty="0" smtClean="0"/>
        </a:defPPr>
      </a:lstStyle>
    </a:txDef>
  </a:objectDefaults>
  <a:extraClrSchemeLst/>
  <a:extLst>
    <a:ext uri="{05A4C25C-085E-4340-85A3-A5531E510DB2}">
      <thm15:themeFamily xmlns:thm15="http://schemas.microsoft.com/office/thememl/2012/main" name="course-2019-09" id="{B316ACE2-95DC-AC4D-9B1C-A91C775734BE}" vid="{64A54FAB-7894-1E4A-B404-E7ABACBA122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course-2019-09</Template>
  <TotalTime>7554</TotalTime>
  <Words>2456</Words>
  <Application>Microsoft Office PowerPoint</Application>
  <PresentationFormat>Widescreen</PresentationFormat>
  <Paragraphs>481</Paragraphs>
  <Slides>34</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Calibri</vt:lpstr>
      <vt:lpstr>Candara</vt:lpstr>
      <vt:lpstr>Comic Sans MS</vt:lpstr>
      <vt:lpstr>Helvetica</vt:lpstr>
      <vt:lpstr>Times New Roman</vt:lpstr>
      <vt:lpstr>Wingdings</vt:lpstr>
      <vt:lpstr>Wingdings 2</vt:lpstr>
      <vt:lpstr>Module</vt:lpstr>
      <vt:lpstr>Concurrency: Semaphores</vt:lpstr>
      <vt:lpstr>Outline</vt:lpstr>
      <vt:lpstr>Introduction</vt:lpstr>
      <vt:lpstr>Semaphores as resources</vt:lpstr>
      <vt:lpstr>Semaphores</vt:lpstr>
      <vt:lpstr>Implementation</vt:lpstr>
      <vt:lpstr>Semaphore and API</vt:lpstr>
      <vt:lpstr>Include files and libraries</vt:lpstr>
      <vt:lpstr>Outline</vt:lpstr>
      <vt:lpstr>Use semaphore as a lock</vt:lpstr>
      <vt:lpstr>Use semaphore as condition variable:  parent waiting for child</vt:lpstr>
      <vt:lpstr>Outline</vt:lpstr>
      <vt:lpstr>Bounded buffer problem  (multiple producer/consumer)</vt:lpstr>
      <vt:lpstr>Design</vt:lpstr>
      <vt:lpstr>Example</vt:lpstr>
      <vt:lpstr>Basic solution</vt:lpstr>
      <vt:lpstr>First attempt</vt:lpstr>
      <vt:lpstr>First attempt (cont’d)</vt:lpstr>
      <vt:lpstr>Problem</vt:lpstr>
      <vt:lpstr>Adding mutual exclusion</vt:lpstr>
      <vt:lpstr>Solution (synchronized)</vt:lpstr>
      <vt:lpstr>Readers-writers problem</vt:lpstr>
      <vt:lpstr>Two versions</vt:lpstr>
      <vt:lpstr>Quiz: first readers-writers problem</vt:lpstr>
      <vt:lpstr>Solution</vt:lpstr>
      <vt:lpstr>Solution (cont’d)</vt:lpstr>
      <vt:lpstr>Dining-philosophers problem</vt:lpstr>
      <vt:lpstr>Dining-philosophers problem</vt:lpstr>
      <vt:lpstr>Dining-philosophers problem (cont’d)</vt:lpstr>
      <vt:lpstr>How to implement semaphores?</vt:lpstr>
      <vt:lpstr>Backup: Monitor</vt:lpstr>
      <vt:lpstr>Problems with semaphores</vt:lpstr>
      <vt:lpstr>Monitors (Hoare/Brinch Hansen, 1973)</vt:lpstr>
      <vt:lpstr>Additional synchronization through conditions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Probir Roy</cp:lastModifiedBy>
  <cp:revision>701</cp:revision>
  <cp:lastPrinted>2008-01-09T20:50:56Z</cp:lastPrinted>
  <dcterms:created xsi:type="dcterms:W3CDTF">2010-09-02T17:38:46Z</dcterms:created>
  <dcterms:modified xsi:type="dcterms:W3CDTF">2023-11-08T18:57:04Z</dcterms:modified>
</cp:coreProperties>
</file>